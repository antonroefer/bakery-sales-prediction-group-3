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0.xml" ContentType="application/vnd.openxmlformats-officedocument.presentationml.notesSlide+xml"/>
  <Override PartName="/ppt/ink/ink3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0"/>
  </p:notesMasterIdLst>
  <p:sldIdLst>
    <p:sldId id="256" r:id="rId2"/>
    <p:sldId id="273" r:id="rId3"/>
    <p:sldId id="277" r:id="rId4"/>
    <p:sldId id="271" r:id="rId5"/>
    <p:sldId id="289" r:id="rId6"/>
    <p:sldId id="290" r:id="rId7"/>
    <p:sldId id="291" r:id="rId8"/>
    <p:sldId id="287" r:id="rId9"/>
    <p:sldId id="278" r:id="rId10"/>
    <p:sldId id="279" r:id="rId11"/>
    <p:sldId id="269" r:id="rId12"/>
    <p:sldId id="260" r:id="rId13"/>
    <p:sldId id="283" r:id="rId14"/>
    <p:sldId id="284" r:id="rId15"/>
    <p:sldId id="285" r:id="rId16"/>
    <p:sldId id="275" r:id="rId17"/>
    <p:sldId id="282" r:id="rId18"/>
    <p:sldId id="280" r:id="rId19"/>
    <p:sldId id="267" r:id="rId20"/>
    <p:sldId id="274" r:id="rId21"/>
    <p:sldId id="268" r:id="rId22"/>
    <p:sldId id="266" r:id="rId23"/>
    <p:sldId id="263" r:id="rId24"/>
    <p:sldId id="264" r:id="rId25"/>
    <p:sldId id="265" r:id="rId26"/>
    <p:sldId id="262" r:id="rId27"/>
    <p:sldId id="286" r:id="rId28"/>
    <p:sldId id="288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08" autoAdjust="0"/>
    <p:restoredTop sz="91597" autoAdjust="0"/>
  </p:normalViewPr>
  <p:slideViewPr>
    <p:cSldViewPr snapToGrid="0">
      <p:cViewPr varScale="1">
        <p:scale>
          <a:sx n="56" d="100"/>
          <a:sy n="56" d="100"/>
        </p:scale>
        <p:origin x="1120" y="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03/07/2025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given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D0C63-93D3-9978-2C1A-6F681F4F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F074E-EE6A-624B-24CF-B7CE9049E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58684-4706-03D3-7E4E-0CDFFE2A7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3FF9F-2D31-2BB1-F312-0E11512E3F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83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3DE2-D437-34FF-AAC8-9BA4054B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1BDFF-6C60-D5A4-D128-15474CA6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8C0AD-830C-B3EB-5078-C7579F35A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CBE2-6426-26A3-730F-C66FAAB52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0216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9BF02-E702-B48A-B80A-D9D841C4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92987-FB66-120D-1DD1-615FBFB3C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4A8CE-226F-89AE-9ADC-AF3A5831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B65D-06A9-26A2-A942-52820CC1E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70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br>
              <a:rPr lang="en-GB" dirty="0"/>
            </a:br>
            <a:r>
              <a:rPr lang="en-GB" dirty="0"/>
              <a:t>normalized earlier</a:t>
            </a:r>
            <a:br>
              <a:rPr lang="en-GB" dirty="0"/>
            </a:br>
            <a:br>
              <a:rPr lang="en-GB" dirty="0"/>
            </a:br>
            <a:r>
              <a:rPr lang="en-GB" dirty="0"/>
              <a:t>4 layers, numbers of neurons, activation functions </a:t>
            </a:r>
            <a:r>
              <a:rPr lang="en-GB" dirty="0" err="1"/>
              <a:t>relu</a:t>
            </a:r>
            <a:r>
              <a:rPr lang="en-GB" dirty="0"/>
              <a:t>, first layer had l2 </a:t>
            </a:r>
            <a:r>
              <a:rPr lang="en-GB" dirty="0" err="1"/>
              <a:t>regulization</a:t>
            </a:r>
            <a:r>
              <a:rPr lang="en-GB" dirty="0"/>
              <a:t> parameter of 0.001</a:t>
            </a:r>
            <a:br>
              <a:rPr lang="en-GB" dirty="0"/>
            </a:br>
            <a:r>
              <a:rPr lang="en-GB" dirty="0"/>
              <a:t>Early stop with patience of 50 epochs, restoring best weights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3968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03.07.2025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03.07.2025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03.07.2025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0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2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917" y="1527859"/>
            <a:ext cx="6497007" cy="430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3A76A-71B5-D5DB-280F-3B9DEBFD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2754-5819-C8C8-0159-3B17F582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7FE0-9CFD-9FD5-ED65-FAC5FF64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57B6D-427C-AF27-F76A-092DDAB6F7B7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0C698A-57E2-2C05-1755-199BF4F6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02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1C85-FFF0-52DF-ADFA-BDC5CAE3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46A8-F0FA-F91B-9B4E-470CBA888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8DCEEB-2604-9421-4090-89611B86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771DA-3DF8-6CA4-B88E-FB4465A116F5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69061-67BD-A028-F5FA-5AEE0445A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B23017-09C7-8322-AD40-E9738E7E8C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14" y="1690688"/>
            <a:ext cx="7463825" cy="445263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7247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129B-5BE8-FF01-E5CD-8F5D080D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308F7-DBAA-9EDC-3790-E903318A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98440-7DBF-FF1C-4ABE-ABF226839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11C8F-3B47-AC60-4A16-F305C7441ACA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3BEEF6-5EE1-6E49-8498-1E42DBC85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CB2461-6E42-B666-2570-7FB8B998B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69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/>
      <p:bldP spid="44" grpId="0"/>
      <p:bldP spid="4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DDC5B1-13D0-3AC0-D3C9-8EE3879DB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667167" y="691696"/>
            <a:ext cx="10857664" cy="547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Day of the Week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890" y="1723690"/>
            <a:ext cx="7744906" cy="2391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A500CD-B940-4014-0654-38E3571E8465}"/>
              </a:ext>
            </a:extLst>
          </p:cNvPr>
          <p:cNvSpPr txBox="1"/>
          <p:nvPr/>
        </p:nvSpPr>
        <p:spPr>
          <a:xfrm>
            <a:off x="3988768" y="4382077"/>
            <a:ext cx="4214462" cy="188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learning_rate</a:t>
            </a:r>
            <a:r>
              <a:rPr lang="en-GB" sz="2000" dirty="0">
                <a:latin typeface="Consolas" panose="020B0609020204030204" pitchFamily="49" charset="0"/>
              </a:rPr>
              <a:t>=0.0001</a:t>
            </a:r>
          </a:p>
          <a:p>
            <a:pPr>
              <a:lnSpc>
                <a:spcPct val="150000"/>
              </a:lnSpc>
            </a:pPr>
            <a:r>
              <a:rPr lang="en-GB" sz="2000" dirty="0" err="1">
                <a:latin typeface="Consolas" panose="020B0609020204030204" pitchFamily="49" charset="0"/>
              </a:rPr>
              <a:t>Batch_Size</a:t>
            </a:r>
            <a:r>
              <a:rPr lang="en-GB" sz="2000" dirty="0">
                <a:latin typeface="Consolas" panose="020B0609020204030204" pitchFamily="49" charset="0"/>
              </a:rPr>
              <a:t> = 32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Epochs = 600</a:t>
            </a:r>
          </a:p>
          <a:p>
            <a:pPr>
              <a:lnSpc>
                <a:spcPct val="150000"/>
              </a:lnSpc>
            </a:pPr>
            <a:r>
              <a:rPr lang="en-GB" sz="2000" dirty="0">
                <a:latin typeface="Consolas" panose="020B0609020204030204" pitchFamily="49" charset="0"/>
              </a:rPr>
              <a:t>Early stop</a:t>
            </a:r>
          </a:p>
        </p:txBody>
      </p:sp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20.28%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757401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 in %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27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011C-A36C-7314-9F77-69BA64CC4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C8B083-DB47-93CD-5BB2-80D02FF3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28</a:t>
            </a:fld>
            <a:endParaRPr lang="de-DE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96D49E-1D91-057D-C5E7-873A38F9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2222862" y="2163172"/>
            <a:ext cx="7746275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2780</Words>
  <Application>Microsoft Office PowerPoint</Application>
  <PresentationFormat>Widescreen</PresentationFormat>
  <Paragraphs>429</Paragraphs>
  <Slides>28</Slides>
  <Notes>20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Consolas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Additional variables</vt:lpstr>
      <vt:lpstr>Additional variables</vt:lpstr>
      <vt:lpstr>Additional variables</vt:lpstr>
      <vt:lpstr>2 Bar charts for 1 variable for each category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 – Validation Dataset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17</cp:revision>
  <dcterms:created xsi:type="dcterms:W3CDTF">2025-06-28T09:13:20Z</dcterms:created>
  <dcterms:modified xsi:type="dcterms:W3CDTF">2025-07-03T13:57:42Z</dcterms:modified>
</cp:coreProperties>
</file>