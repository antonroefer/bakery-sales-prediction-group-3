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7.xml" ContentType="application/vnd.openxmlformats-officedocument.presentationml.notesSlide+xml"/>
  <Override PartName="/ppt/ink/ink3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7"/>
  </p:notesMasterIdLst>
  <p:sldIdLst>
    <p:sldId id="256" r:id="rId2"/>
    <p:sldId id="273" r:id="rId3"/>
    <p:sldId id="277" r:id="rId4"/>
    <p:sldId id="271" r:id="rId5"/>
    <p:sldId id="287" r:id="rId6"/>
    <p:sldId id="278" r:id="rId7"/>
    <p:sldId id="279" r:id="rId8"/>
    <p:sldId id="269" r:id="rId9"/>
    <p:sldId id="260" r:id="rId10"/>
    <p:sldId id="283" r:id="rId11"/>
    <p:sldId id="284" r:id="rId12"/>
    <p:sldId id="285" r:id="rId13"/>
    <p:sldId id="275" r:id="rId14"/>
    <p:sldId id="282" r:id="rId15"/>
    <p:sldId id="280" r:id="rId16"/>
    <p:sldId id="267" r:id="rId17"/>
    <p:sldId id="274" r:id="rId18"/>
    <p:sldId id="268" r:id="rId19"/>
    <p:sldId id="266" r:id="rId20"/>
    <p:sldId id="263" r:id="rId21"/>
    <p:sldId id="264" r:id="rId22"/>
    <p:sldId id="265" r:id="rId23"/>
    <p:sldId id="262" r:id="rId24"/>
    <p:sldId id="286" r:id="rId25"/>
    <p:sldId id="288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1597" autoAdjust="0"/>
  </p:normalViewPr>
  <p:slideViewPr>
    <p:cSldViewPr snapToGrid="0">
      <p:cViewPr>
        <p:scale>
          <a:sx n="49" d="100"/>
          <a:sy n="49" d="100"/>
        </p:scale>
        <p:origin x="1380" y="18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03/07/2025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given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B7AE-DCA0-C088-FA18-C941AC04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A508A-C9E2-6317-0313-B7D9B3E24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444DD-79C8-9EC0-30B1-0AE0D83A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Made several so we can choose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11FBC-1B5B-E39E-006F-B274AD735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031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were normalized before entering the model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E60D-B047-017F-1CC1-F6F8A2BC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2BA61-FDF9-030A-F8DD-497EAE2C1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5209-BE17-2121-CBC6-5B90040C7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05A4A-660C-345E-B643-28CC68E0E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578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03.07.2025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03.07.2025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03.07.2025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890131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Advent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 Score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9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4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4469D7-0090-1FCF-6B44-1C04D1D9F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548328"/>
            <a:ext cx="5507276" cy="32854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BE7B0D-EF2E-FEDD-F1E2-6440161D3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F2A1-9367-240D-9693-174005C6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EF36-5AB5-BD61-139A-5291CC7A3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DF633-6812-8C55-E3F4-025DC1E1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68E9-8533-9A2A-29CA-130A8F95F610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B71C7A-B971-5E9E-E5F2-720ABA542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262" y="1824036"/>
            <a:ext cx="6597072" cy="43513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5D9625-8304-B8A6-4306-D2881F22B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6120"/>
            <a:ext cx="5069662" cy="251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7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2DCCB91-F3A7-D5E5-EEB8-6956B3E4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890" y="1723690"/>
            <a:ext cx="7744906" cy="2391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A500CD-B940-4014-0654-38E3571E8465}"/>
              </a:ext>
            </a:extLst>
          </p:cNvPr>
          <p:cNvSpPr txBox="1"/>
          <p:nvPr/>
        </p:nvSpPr>
        <p:spPr>
          <a:xfrm>
            <a:off x="3988768" y="4382077"/>
            <a:ext cx="4214462" cy="188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learning_rate</a:t>
            </a:r>
            <a:r>
              <a:rPr lang="en-GB" sz="2000" dirty="0">
                <a:latin typeface="Consolas" panose="020B0609020204030204" pitchFamily="49" charset="0"/>
              </a:rPr>
              <a:t>=0.0001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Epochs = 600</a:t>
            </a:r>
          </a:p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Batch_Size</a:t>
            </a:r>
            <a:r>
              <a:rPr lang="en-GB" sz="2000" dirty="0">
                <a:latin typeface="Consolas" panose="020B0609020204030204" pitchFamily="49" charset="0"/>
              </a:rPr>
              <a:t> = 32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Early stop</a:t>
            </a:r>
          </a:p>
        </p:txBody>
      </p:sp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BFC92FE-CA2C-ED19-2DC4-4C360470C863}"/>
              </a:ext>
            </a:extLst>
          </p:cNvPr>
          <p:cNvGrpSpPr/>
          <p:nvPr/>
        </p:nvGrpSpPr>
        <p:grpSpPr>
          <a:xfrm>
            <a:off x="355109" y="2142715"/>
            <a:ext cx="2640059" cy="2905369"/>
            <a:chOff x="9139345" y="1842912"/>
            <a:chExt cx="2640059" cy="290536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2FAF9E-1FFA-DA77-35CD-2C61E5B0CA7D}"/>
                </a:ext>
              </a:extLst>
            </p:cNvPr>
            <p:cNvSpPr txBox="1"/>
            <p:nvPr/>
          </p:nvSpPr>
          <p:spPr>
            <a:xfrm>
              <a:off x="9739510" y="4378949"/>
              <a:ext cx="1439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0.18081</a:t>
              </a:r>
              <a:endParaRPr lang="en-GB" b="1" dirty="0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05625916-4F74-97B2-CA33-FED8ADFE5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9429" y="3985911"/>
              <a:ext cx="1019892" cy="3956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FB0E2C-9FD8-79D9-69B0-9DF171AE3039}"/>
                </a:ext>
              </a:extLst>
            </p:cNvPr>
            <p:cNvSpPr/>
            <p:nvPr/>
          </p:nvSpPr>
          <p:spPr>
            <a:xfrm>
              <a:off x="9139345" y="1842912"/>
              <a:ext cx="2640059" cy="179231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GB" sz="2400" b="1" dirty="0"/>
                <a:t>MAPE</a:t>
              </a:r>
            </a:p>
            <a:p>
              <a:pPr algn="ctr">
                <a:lnSpc>
                  <a:spcPct val="150000"/>
                </a:lnSpc>
              </a:pPr>
              <a:r>
                <a:rPr lang="en-GB" dirty="0"/>
                <a:t>Validation Data : 20.28%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0F9E39B-E5F2-B8FE-493E-7BEE99B16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880" y="1890938"/>
            <a:ext cx="7645717" cy="408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</a:t>
            </a:r>
            <a:r>
              <a:rPr lang="en-US" sz="2400" dirty="0"/>
              <a:t>– Validation Dataset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535252"/>
              </p:ext>
            </p:extLst>
          </p:nvPr>
        </p:nvGraphicFramePr>
        <p:xfrm>
          <a:off x="514009" y="2582874"/>
          <a:ext cx="3264465" cy="267835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15.52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22.85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06744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43FC44C-1194-8DEA-1578-33A199AC4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590" y="2142675"/>
            <a:ext cx="7753493" cy="3421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E71C30-8BFE-4796-341A-734ED6752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362" y="750326"/>
            <a:ext cx="4232977" cy="2905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17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4F7B3-7E84-BDB7-EE3A-B17750D6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CE0A70-2ABA-2EA3-66C5-4004AAA2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B9EAB-729B-286E-841D-270974CD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24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95C1F2-6B30-2F7A-2778-93CE3CD56B4A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847370-ACF1-23B8-CEEC-E23AFA3FB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2CA44A45-087A-C3C2-2F29-FDA950B19C98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3F92DB-B4B3-6464-9CD4-B65592C22CEA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13096-728C-D0D0-6365-4D06BEE23123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088378-9253-79E8-0EE5-53520AD1447D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DEA889-EEB6-9B48-CC68-CDB7B6A3F6EB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923FBCA-5D58-5EF5-9D30-BCE8F455DF56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3061EA9-C787-4181-650A-EEFD172A41E1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E7341E-6507-1310-04A4-F3A16DA1B026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97B4C84-D3AF-6BD7-C794-550C32EFB3E6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0C766B-C4A1-6C16-BB67-22B0344A12E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FAC438F-1331-50AE-818F-FD64636F5AE7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212044-FC3C-455B-A6AD-B48C1BEE026F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681D48A-3D3F-4F47-D619-545381DC7DAB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BF72721-3F6C-8728-1351-3E4093F51F5B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BCB588-1A2E-013A-BC93-AB356B50A8A1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E1A0C7-456B-847A-CC98-BE791AB5FBDA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3C09D6-7B79-2EDC-894C-0DD68A67B8D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B25965-5B7A-D31B-B068-CFD89BD770D2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41B708B-3EB1-84B3-CCA7-DF33128B16C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35CA1E-719D-2CF3-9AA9-FC73377CE196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637D48E-57A3-4816-C433-3DA9E257891A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ED33CF-85BC-3F7B-B58E-D90BFC0FAF8D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5ADB37F-5D05-936D-6838-6E0BFBDA6C26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6498C1-B726-968C-45CE-1C366351198D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25AE7-D423-56C9-0A92-A5FFF3B48F4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16F47-98E5-2396-BCC3-0246C5EEB45D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E0876-EABA-CF74-7594-600CE0B3BF8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2308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8011C-A36C-7314-9F77-69BA64CC4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C8B083-DB47-93CD-5BB2-80D02FF34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25</a:t>
            </a:fld>
            <a:endParaRPr lang="de-DE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96D49E-1D91-057D-C5E7-873A38F9C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2222862" y="2163172"/>
            <a:ext cx="7746275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74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1763</TotalTime>
  <Words>1190</Words>
  <Application>Microsoft Office PowerPoint</Application>
  <PresentationFormat>Widescreen</PresentationFormat>
  <Paragraphs>236</Paragraphs>
  <Slides>25</Slides>
  <Notes>15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Consolas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2 Bar charts for 1 variable for each category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 – Validation Dataset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Neural Network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15</cp:revision>
  <dcterms:created xsi:type="dcterms:W3CDTF">2025-06-28T09:13:20Z</dcterms:created>
  <dcterms:modified xsi:type="dcterms:W3CDTF">2025-07-03T12:35:51Z</dcterms:modified>
</cp:coreProperties>
</file>