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7" r:id="rId7"/>
    <p:sldId id="268" r:id="rId8"/>
    <p:sldId id="269" r:id="rId9"/>
    <p:sldId id="260" r:id="rId10"/>
    <p:sldId id="266" r:id="rId11"/>
    <p:sldId id="263" r:id="rId12"/>
    <p:sldId id="264" r:id="rId13"/>
    <p:sldId id="265" r:id="rId14"/>
    <p:sldId id="262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>
        <p:scale>
          <a:sx n="75" d="100"/>
          <a:sy n="75" d="100"/>
        </p:scale>
        <p:origin x="1338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0F81A-5165-4AE3-BE25-017052B850AB}" type="datetimeFigureOut">
              <a:rPr lang="de-DE" smtClean="0"/>
              <a:t>29.06.2025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74611-7965-0D8E-93BB-6465D8837F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variables from given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10E4B-D950-4292-ED6B-D7003C5934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284C433-A643-362B-43A1-BEE4815EE24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30040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2DFF6-8029-A573-93E6-E8DAB8D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C54C-31B5-978F-10D1-07B27533DD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Constructed features from external data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98610-D742-CEEA-CE37-F2B2A9CD78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D32F0C9B-5AD0-7CD7-5317-05DE6D327F90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4910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E0B6-5B57-B273-D22C-E0A2A6C62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CDF6-0494-3EEF-2707-AFB82D78CE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  <a:endParaRPr lang="de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45B2FF-6512-3345-BAB9-4214E367D26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251B45FD-C30C-AA69-D916-A3EDB4DCA82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2073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F36B-421D-5721-B6B0-EED4DC54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C52FA7C5-2C8C-0FB1-20E6-5020C270A7A9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34505F1F-E139-8D93-4BB1-701B4A3A66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53" y="0"/>
            <a:ext cx="10298694" cy="661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4244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6653" y="66555"/>
            <a:ext cx="10298694" cy="648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66555"/>
            <a:ext cx="9878660" cy="648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E7BCC090-C36A-89F7-6166-983AA319B98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8911" y="0"/>
            <a:ext cx="10374177" cy="661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59" y="0"/>
            <a:ext cx="9671823" cy="6481981"/>
          </a:xfrm>
          <a:prstGeom prst="rect">
            <a:avLst/>
          </a:prstGeom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AA969668-41C2-2371-36BB-952A209FC55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37154"/>
            <a:ext cx="11210371" cy="6787529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Breitbild</PresentationFormat>
  <Paragraphs>16</Paragraphs>
  <Slides>14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Anton Roefer</cp:lastModifiedBy>
  <cp:revision>2</cp:revision>
  <dcterms:created xsi:type="dcterms:W3CDTF">2025-06-28T09:13:20Z</dcterms:created>
  <dcterms:modified xsi:type="dcterms:W3CDTF">2025-06-29T12:01:04Z</dcterms:modified>
</cp:coreProperties>
</file>