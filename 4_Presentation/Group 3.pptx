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7" r:id="rId7"/>
    <p:sldId id="268" r:id="rId8"/>
    <p:sldId id="269" r:id="rId9"/>
    <p:sldId id="260" r:id="rId10"/>
    <p:sldId id="266" r:id="rId11"/>
    <p:sldId id="263" r:id="rId12"/>
    <p:sldId id="264" r:id="rId13"/>
    <p:sldId id="265" r:id="rId14"/>
    <p:sldId id="262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3A2FB-7B54-F24F-6B88-D45735426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DEA4-F72C-6897-4521-D6EAB1BC5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D2AEB-8776-1402-1F5F-5E744C31D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83C00-33BA-1ABD-75EA-E819FE341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A5E78-1034-3619-9391-70CA48C0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0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6B21-CE45-0D46-AFE3-79E3E5B7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89DCF-2B5F-B299-DBA1-6E8DA05A8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49839-AE28-AA6A-A504-B8764F5CB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836CE-BDD9-2ED3-2B89-AEF26313A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28BF0-A96D-93BE-3882-AE032734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3225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85667-0B0D-B9E6-1969-69225C29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E13A3-D678-5246-5DB9-67DCC0DFD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DDEB-61E2-C5FB-D3A2-9C30CD89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B505-175A-72AD-9EDB-1B2764C31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58C09-3197-1BC6-A73B-93718CD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238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C866-0963-7F17-2DCB-6A2AA433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8175-79DB-C56A-CD77-A062CCD732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B7B6D0-EDB4-58A7-A71E-6F540E423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976942-E221-87FC-8600-005112E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A49A-9F2E-8A8D-22E4-0C9740563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DE499-46D0-A794-5D6E-67AEAF60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528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91101-CB46-BA65-DA47-28FB466B7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2478A4-C4A8-20DA-DB09-6B97098E1C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7D7718-A1CD-4D0E-3635-095129B10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51E9A-E2F8-45BC-B59C-BCE7375FEA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702472-2E17-14F9-5B01-679633B921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0A6722-0515-72CF-891D-58D2C406F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959112-E2DF-4694-186B-DD6790A15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5838F4-E07F-3FA7-9544-32DEF452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1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E07E1-D69E-0030-1965-A9912445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C1CF2-8B6A-FEE8-FF2D-ACF53C355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B55EBE-5C7A-4634-DF58-83DDBA5A9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C150F-F995-23DB-7249-8BF2AC039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4120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F8939D-9E67-9F19-8158-42A04A59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EDC254-EBDA-4966-46ED-78DD13733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85E6E-619C-35F5-FB80-2AFD82506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998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B8F4C-7F9F-D7FB-005A-68B0B23C6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D27E-1764-0D7E-DFB3-8F5B5601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53F77-6A23-1BCA-C7AC-E55EF3D416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A56A1-37E3-7252-0650-C7397F41F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60EA3-FD08-06B2-7BCC-D9BF590DF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88CD5-5F29-58C3-10AB-7EEC817ED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69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88F22-89DC-1E38-3634-F87F50161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1A75F-7FEA-5A52-5607-25872F667B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72322E-BD5C-AA1F-C482-AF052F98A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305227-BC7E-6B03-B00C-648DB79EC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FC2D4-5494-48CE-AA38-077C537B1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82BC5-9637-C944-9499-322229CD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65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ED6A1-697E-11BA-EFB1-C0AB7CCC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D1F21F-ECC5-5F46-5611-19C8CCAE6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F0B46-AF2E-FE51-71F7-2CA5ED66E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4CA1E-EAFD-631C-3A89-289919284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9AF63-1A23-FCB1-2B9D-DD64C9D53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719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622714-D201-DEE1-73CA-08AAB521A1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81EAFE-9EBD-2151-C303-754CD1BE2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090B9-E52A-AC88-C95B-6D558F0C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779B4-E2D4-4868-AE8E-236E94CCD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6A677-BBC7-1E3D-01BF-433D165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720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2B0337-54D4-2915-8075-016A11098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A36B3-0D68-F688-3A2A-9FD9F4FC2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077C-320F-1A59-1AA4-7C2DAC35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02414-A2AD-140E-E1F8-A2C906A59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37F22-BA21-A18F-6B5A-D08977035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31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89A6D-E7A9-3A11-8D56-AD01986116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DB8F9E-5BC6-9219-ED43-781B6F6A3D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356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74611-7965-0D8E-93BB-6465D8837F8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Constructed variables from given data</a:t>
            </a:r>
            <a:endParaRPr lang="de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610E4B-D950-4292-ED6B-D7003C5934D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7284C433-A643-362B-43A1-BEE4815EE24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3004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2DFF6-8029-A573-93E6-E8DAB8D02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8C54C-31B5-978F-10D1-07B27533DD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Constructed features from external data</a:t>
            </a:r>
            <a:endParaRPr lang="de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C98610-D742-CEEA-CE37-F2B2A9CD788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D32F0C9B-5AD0-7CD7-5317-05DE6D327F90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4491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7E0B6-5B57-B273-D22C-E0A2A6C62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3CDF6-0494-3EEF-2707-AFB82D78CE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2 Bar charts for 1 variable for each category</a:t>
            </a:r>
            <a:endParaRPr lang="de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45B2FF-6512-3345-BAB9-4214E367D26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251B45FD-C30C-AA69-D916-A3EDB4DCA82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2207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AF36B-421D-5721-B6B0-EED4DC54D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C52FA7C5-2C8C-0FB1-20E6-5020C270A7A9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34505F1F-E139-8D93-4BB1-701B4A3A66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653" y="0"/>
            <a:ext cx="10298694" cy="6619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424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A4A2B-A563-8D25-F91D-B6DE7CF03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0C0CFE69-0BC5-10DD-F40C-9F5B47C9DB6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4329CC1-3E24-3DC9-0709-E6D9815CDA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6653" y="66555"/>
            <a:ext cx="10298694" cy="6486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653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B9FEE-4B08-6D63-A4FF-795B22CCF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861558DA-2C5D-8E45-448B-CFFE926B267E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363918E8-E9CF-0F0E-2A7E-23840F8B10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6670" y="66555"/>
            <a:ext cx="9878660" cy="6486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893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5A4B5-0372-3F67-AC94-F9B608C8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E7BCC090-C36A-89F7-6166-983AA319B98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65F4FD0-79E5-DD61-39EE-6E078DDBB0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8911" y="0"/>
            <a:ext cx="10374177" cy="6612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528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ECE9-6D9E-9E37-8E1A-D2A31B44E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6FC09F-B539-64E9-5BFB-2E19E12C3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129" y="2057399"/>
            <a:ext cx="8813341" cy="274860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Picture 9" descr="A screenshot of a document&#10;&#10;AI-generated content may be incorrect.">
            <a:extLst>
              <a:ext uri="{FF2B5EF4-FFF2-40B4-BE49-F238E27FC236}">
                <a16:creationId xmlns:a16="http://schemas.microsoft.com/office/drawing/2014/main" id="{A8BF8A03-866A-5220-CC7A-B17CC0387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659" y="0"/>
            <a:ext cx="9671823" cy="6481981"/>
          </a:xfrm>
          <a:prstGeom prst="rect">
            <a:avLst/>
          </a:prstGeom>
        </p:spPr>
      </p:pic>
      <p:sp>
        <p:nvSpPr>
          <p:cNvPr id="3" name="TextBox 4">
            <a:extLst>
              <a:ext uri="{FF2B5EF4-FFF2-40B4-BE49-F238E27FC236}">
                <a16:creationId xmlns:a16="http://schemas.microsoft.com/office/drawing/2014/main" id="{AA969668-41C2-2371-36BB-952A209FC55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6222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D1E63-5B3F-2587-2ECC-07EE6B2AF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44F6CDAE-08BF-E64C-E50F-6340BA704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4484" y="0"/>
            <a:ext cx="11263031" cy="6858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5634A94-AF14-F23F-C63C-4A4C613B104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9491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F9B6C-ADC8-1490-E36A-62E075121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2986ED7-7F81-65BF-4E62-4C08801FB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05" y="470780"/>
            <a:ext cx="11278789" cy="5639395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53BAA4C1-94F1-F42B-C394-4865B7E235D6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8705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050B-A8AD-D44C-BDB5-DAEF07483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00947-4782-3164-3F43-60FB01F5A96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EA9C2870-49A5-522B-CF9B-96A71E25A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9"/>
          <a:stretch>
            <a:fillRect/>
          </a:stretch>
        </p:blipFill>
        <p:spPr>
          <a:xfrm>
            <a:off x="389487" y="-3886"/>
            <a:ext cx="11413025" cy="6584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275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2FF10-0B82-01EB-A019-DEB90DCFC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A4ED14-29E3-5C36-80A2-23319535962A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760DB1F9-1757-7989-082A-781614D70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56"/>
          <a:stretch>
            <a:fillRect/>
          </a:stretch>
        </p:blipFill>
        <p:spPr>
          <a:xfrm>
            <a:off x="250257" y="0"/>
            <a:ext cx="11691486" cy="6581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119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07184-045D-5BD1-0E31-4047B75F7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F0A034E7-CA71-E98C-AD52-B30D331867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3948" y="0"/>
            <a:ext cx="11210371" cy="6861838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27971549-C282-0F3B-E751-188C3029DF9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1321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</Words>
  <Application>Microsoft Office PowerPoint</Application>
  <PresentationFormat>Breitbild</PresentationFormat>
  <Paragraphs>16</Paragraphs>
  <Slides>14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Roefer</dc:creator>
  <cp:lastModifiedBy>Anton Roefer</cp:lastModifiedBy>
  <cp:revision>3</cp:revision>
  <dcterms:created xsi:type="dcterms:W3CDTF">2025-06-28T09:13:20Z</dcterms:created>
  <dcterms:modified xsi:type="dcterms:W3CDTF">2025-06-29T12:14:29Z</dcterms:modified>
</cp:coreProperties>
</file>