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9" autoAdjust="0"/>
    <p:restoredTop sz="94660"/>
  </p:normalViewPr>
  <p:slideViewPr>
    <p:cSldViewPr snapToGrid="0">
      <p:cViewPr varScale="1">
        <p:scale>
          <a:sx n="60" d="100"/>
          <a:sy n="60" d="100"/>
        </p:scale>
        <p:origin x="646" y="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3A2FB-7B54-F24F-6B88-D45735426C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F4DEA4-F72C-6897-4521-D6EAB1BC5C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CD2AEB-8776-1402-1F5F-5E744C31D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0F81A-5165-4AE3-BE25-017052B850AB}" type="datetimeFigureOut">
              <a:rPr lang="de-DE" smtClean="0"/>
              <a:t>28.06.2025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D83C00-33BA-1ABD-75EA-E819FE341E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8A5E78-1034-3619-9391-70CA48C09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0201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46B21-CE45-0D46-AFE3-79E3E5B72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A89DCF-2B5F-B299-DBA1-6E8DA05A8F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B49839-AE28-AA6A-A504-B8764F5CB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0F81A-5165-4AE3-BE25-017052B850AB}" type="datetimeFigureOut">
              <a:rPr lang="de-DE" smtClean="0"/>
              <a:t>28.06.2025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1836CE-BDD9-2ED3-2B89-AEF26313A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B28BF0-A96D-93BE-3882-AE032734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232254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85667-0B0D-B9E6-1969-69225C292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6E13A3-D678-5246-5DB9-67DCC0DFD2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C0DDEB-61E2-C5FB-D3A2-9C30CD8908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0F81A-5165-4AE3-BE25-017052B850AB}" type="datetimeFigureOut">
              <a:rPr lang="de-DE" smtClean="0"/>
              <a:t>28.06.2025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9CB505-175A-72AD-9EDB-1B2764C31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D58C09-3197-1BC6-A73B-93718CDD8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82387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1BC866-0963-7F17-2DCB-6A2AA433E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9C8175-79DB-C56A-CD77-A062CCD732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B7B6D0-EDB4-58A7-A71E-6F540E4239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976942-E221-87FC-8600-005112E84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0F81A-5165-4AE3-BE25-017052B850AB}" type="datetimeFigureOut">
              <a:rPr lang="de-DE" smtClean="0"/>
              <a:t>28.06.2025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43A49A-9F2E-8A8D-22E4-0C9740563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CDE499-46D0-A794-5D6E-67AEAF60B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5528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91101-CB46-BA65-DA47-28FB466B7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2478A4-C4A8-20DA-DB09-6B97098E1C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7D7718-A1CD-4D0E-3635-095129B10A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751E9A-E2F8-45BC-B59C-BCE7375FEA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702472-2E17-14F9-5B01-679633B921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0A6722-0515-72CF-891D-58D2C406F0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0F81A-5165-4AE3-BE25-017052B850AB}" type="datetimeFigureOut">
              <a:rPr lang="de-DE" smtClean="0"/>
              <a:t>28.06.2025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8959112-E2DF-4694-186B-DD6790A15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5838F4-E07F-3FA7-9544-32DEF45259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89717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E07E1-D69E-0030-1965-A9912445F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8C1CF2-8B6A-FEE8-FF2D-ACF53C355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0F81A-5165-4AE3-BE25-017052B850AB}" type="datetimeFigureOut">
              <a:rPr lang="de-DE" smtClean="0"/>
              <a:t>28.06.2025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B55EBE-5C7A-4634-DF58-83DDBA5A9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C150F-F995-23DB-7249-8BF2AC039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64120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F8939D-9E67-9F19-8158-42A04A59B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0F81A-5165-4AE3-BE25-017052B850AB}" type="datetimeFigureOut">
              <a:rPr lang="de-DE" smtClean="0"/>
              <a:t>28.06.2025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EDC254-EBDA-4966-46ED-78DD13733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685E6E-619C-35F5-FB80-2AFD82506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089989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B8F4C-7F9F-D7FB-005A-68B0B23C6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CDD27E-1764-0D7E-DFB3-8F5B56014B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D53F77-6A23-1BCA-C7AC-E55EF3D416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DA56A1-37E3-7252-0650-C7397F41F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0F81A-5165-4AE3-BE25-017052B850AB}" type="datetimeFigureOut">
              <a:rPr lang="de-DE" smtClean="0"/>
              <a:t>28.06.2025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860EA3-FD08-06B2-7BCC-D9BF590DF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288CD5-5F29-58C3-10AB-7EEC817ED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86920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88F22-89DC-1E38-3634-F87F50161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B1A75F-7FEA-5A52-5607-25872F667B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72322E-BD5C-AA1F-C482-AF052F98A3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305227-BC7E-6B03-B00C-648DB79EC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0F81A-5165-4AE3-BE25-017052B850AB}" type="datetimeFigureOut">
              <a:rPr lang="de-DE" smtClean="0"/>
              <a:t>28.06.2025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DFC2D4-5494-48CE-AA38-077C537B1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382BC5-9637-C944-9499-322229CDD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59659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ED6A1-697E-11BA-EFB1-C0AB7CCC3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D1F21F-ECC5-5F46-5611-19C8CCAE60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DF0B46-AF2E-FE51-71F7-2CA5ED66E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0F81A-5165-4AE3-BE25-017052B850AB}" type="datetimeFigureOut">
              <a:rPr lang="de-DE" smtClean="0"/>
              <a:t>28.06.2025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84CA1E-EAFD-631C-3A89-289919284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89AF63-1A23-FCB1-2B9D-DD64C9D53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41719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B622714-D201-DEE1-73CA-08AAB521A1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81EAFE-9EBD-2151-C303-754CD1BE20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6090B9-E52A-AC88-C95B-6D558F0C2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0F81A-5165-4AE3-BE25-017052B850AB}" type="datetimeFigureOut">
              <a:rPr lang="de-DE" smtClean="0"/>
              <a:t>28.06.2025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A779B4-E2D4-4868-AE8E-236E94CCD3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96A677-BBC7-1E3D-01BF-433D165B74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3720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E2B0337-54D4-2915-8075-016A11098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BA36B3-0D68-F688-3A2A-9FD9F4FC20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B8077C-320F-1A59-1AA4-7C2DAC351D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90F81A-5165-4AE3-BE25-017052B850AB}" type="datetimeFigureOut">
              <a:rPr lang="de-DE" smtClean="0"/>
              <a:t>28.06.2025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B02414-A2AD-140E-E1F8-A2C906A59A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C37F22-BA21-A18F-6B5A-D089770355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315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89A6D-E7A9-3A11-8D56-AD019861163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DB8F9E-5BC6-9219-ED43-781B6F6A3D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3566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E74611-7965-0D8E-93BB-6465D8837F8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Constructed variables from given data</a:t>
            </a:r>
            <a:endParaRPr lang="de-DE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610E4B-D950-4292-ED6B-D7003C5934D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474956-0C2B-4D23-E369-9FFF043B6503}"/>
              </a:ext>
            </a:extLst>
          </p:cNvPr>
          <p:cNvSpPr txBox="1"/>
          <p:nvPr/>
        </p:nvSpPr>
        <p:spPr>
          <a:xfrm>
            <a:off x="1956390" y="6488668"/>
            <a:ext cx="76582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Dataset </a:t>
            </a:r>
            <a:r>
              <a:rPr lang="en-GB" dirty="0" err="1"/>
              <a:t>Characterisitcs</a:t>
            </a:r>
            <a:r>
              <a:rPr lang="en-GB" dirty="0"/>
              <a:t> </a:t>
            </a:r>
            <a:r>
              <a:rPr lang="en-GB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 - Neural Net – Results - Challenges</a:t>
            </a:r>
            <a:endParaRPr lang="de-DE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30040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2DFF6-8029-A573-93E6-E8DAB8D02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48C54C-31B5-978F-10D1-07B27533DD4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Constructed features from external data</a:t>
            </a:r>
            <a:endParaRPr lang="de-DE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C98610-D742-CEEA-CE37-F2B2A9CD788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68A402-3C51-5977-433A-C6146720D926}"/>
              </a:ext>
            </a:extLst>
          </p:cNvPr>
          <p:cNvSpPr txBox="1"/>
          <p:nvPr/>
        </p:nvSpPr>
        <p:spPr>
          <a:xfrm>
            <a:off x="1956390" y="6488668"/>
            <a:ext cx="76582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Dataset </a:t>
            </a:r>
            <a:r>
              <a:rPr lang="en-GB" dirty="0" err="1"/>
              <a:t>Characterisitcs</a:t>
            </a:r>
            <a:r>
              <a:rPr lang="en-GB" dirty="0"/>
              <a:t> </a:t>
            </a:r>
            <a:r>
              <a:rPr lang="en-GB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 - Neural Net – Results - Challenges</a:t>
            </a:r>
            <a:endParaRPr lang="de-DE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44910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7E0B6-5B57-B273-D22C-E0A2A6C62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43CDF6-0494-3EEF-2707-AFB82D78CEA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2 Bar charts for 1 variable for each category</a:t>
            </a:r>
            <a:endParaRPr lang="de-DE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45B2FF-6512-3345-BAB9-4214E367D26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DFD86E-3298-C365-6D01-4A2C6EB98EBF}"/>
              </a:ext>
            </a:extLst>
          </p:cNvPr>
          <p:cNvSpPr txBox="1"/>
          <p:nvPr/>
        </p:nvSpPr>
        <p:spPr>
          <a:xfrm>
            <a:off x="1956390" y="6488668"/>
            <a:ext cx="76582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Dataset </a:t>
            </a:r>
            <a:r>
              <a:rPr lang="en-GB" dirty="0" err="1"/>
              <a:t>Characterisitcs</a:t>
            </a:r>
            <a:r>
              <a:rPr lang="en-GB" dirty="0"/>
              <a:t> </a:t>
            </a:r>
            <a:r>
              <a:rPr lang="en-GB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 - Neural Net – Results - Challenges</a:t>
            </a:r>
            <a:endParaRPr lang="de-DE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22073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AF36B-421D-5721-B6B0-EED4DC54D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F681F1B-6249-99D2-4493-8A0C80F632F1}"/>
              </a:ext>
            </a:extLst>
          </p:cNvPr>
          <p:cNvSpPr txBox="1"/>
          <p:nvPr/>
        </p:nvSpPr>
        <p:spPr>
          <a:xfrm>
            <a:off x="1956390" y="6488668"/>
            <a:ext cx="76582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Dataset </a:t>
            </a:r>
            <a:r>
              <a:rPr lang="en-GB" dirty="0" err="1"/>
              <a:t>Characterisitcs</a:t>
            </a:r>
            <a:r>
              <a:rPr lang="en-GB" dirty="0"/>
              <a:t> </a:t>
            </a:r>
            <a:r>
              <a:rPr lang="en-GB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 - Neural Net – Results - Challenges</a:t>
            </a:r>
            <a:endParaRPr lang="de-DE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7BCD4D6-994C-310B-85F9-BFD9F98630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84556" y="-680207"/>
            <a:ext cx="9439507" cy="7317583"/>
          </a:xfrm>
          <a:prstGeom prst="rect">
            <a:avLst/>
          </a:prstGeom>
          <a:ln w="19050">
            <a:noFill/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B70DF3E-0458-94D9-7D2D-DC7701FDB5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70358" y="140530"/>
            <a:ext cx="9757541" cy="6271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7424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FECE9-6D9E-9E37-8E1A-D2A31B44E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4E43D52-11D0-9A6F-651B-664FF4584B65}"/>
              </a:ext>
            </a:extLst>
          </p:cNvPr>
          <p:cNvSpPr txBox="1"/>
          <p:nvPr/>
        </p:nvSpPr>
        <p:spPr>
          <a:xfrm>
            <a:off x="1956390" y="6488668"/>
            <a:ext cx="76582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>
                    <a:lumMod val="75000"/>
                  </a:schemeClr>
                </a:solidFill>
              </a:rPr>
              <a:t>Dataset </a:t>
            </a:r>
            <a:r>
              <a:rPr lang="en-GB" dirty="0" err="1">
                <a:solidFill>
                  <a:schemeClr val="bg1">
                    <a:lumMod val="75000"/>
                  </a:schemeClr>
                </a:solidFill>
              </a:rPr>
              <a:t>Characterisitcs</a:t>
            </a:r>
            <a:r>
              <a:rPr lang="en-GB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en-GB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</a:t>
            </a: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Baseline Model  </a:t>
            </a:r>
            <a:r>
              <a:rPr lang="en-GB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Neural Net – Results - Challenges</a:t>
            </a:r>
            <a:endParaRPr lang="de-DE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26FC09F-B539-64E9-5BFB-2E19E12C3B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3129" y="2057399"/>
            <a:ext cx="8813341" cy="2748605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10" name="Picture 9" descr="A screenshot of a document&#10;&#10;AI-generated content may be incorrect.">
            <a:extLst>
              <a:ext uri="{FF2B5EF4-FFF2-40B4-BE49-F238E27FC236}">
                <a16:creationId xmlns:a16="http://schemas.microsoft.com/office/drawing/2014/main" id="{A8BF8A03-866A-5220-CC7A-B17CC03870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6659" y="0"/>
            <a:ext cx="9671823" cy="6481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222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07184-045D-5BD1-0E31-4047B75F7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CD4AAC1-5BC9-575A-01DD-BE2C9A44A27A}"/>
              </a:ext>
            </a:extLst>
          </p:cNvPr>
          <p:cNvSpPr txBox="1"/>
          <p:nvPr/>
        </p:nvSpPr>
        <p:spPr>
          <a:xfrm>
            <a:off x="1956390" y="6488668"/>
            <a:ext cx="76582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>
                    <a:lumMod val="75000"/>
                  </a:schemeClr>
                </a:solidFill>
              </a:rPr>
              <a:t>Dataset </a:t>
            </a:r>
            <a:r>
              <a:rPr lang="en-GB" dirty="0" err="1">
                <a:solidFill>
                  <a:schemeClr val="bg1">
                    <a:lumMod val="75000"/>
                  </a:schemeClr>
                </a:solidFill>
              </a:rPr>
              <a:t>Characterisitcs</a:t>
            </a:r>
            <a:r>
              <a:rPr lang="en-GB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en-GB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</a:t>
            </a: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Baseline Model  </a:t>
            </a:r>
            <a:r>
              <a:rPr lang="en-GB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Neural Net – Results - Challenges</a:t>
            </a:r>
            <a:endParaRPr lang="de-DE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860FBA4-C762-28DA-D1C2-CB3A95298DD4}"/>
              </a:ext>
            </a:extLst>
          </p:cNvPr>
          <p:cNvSpPr txBox="1"/>
          <p:nvPr/>
        </p:nvSpPr>
        <p:spPr>
          <a:xfrm>
            <a:off x="7192926" y="3115340"/>
            <a:ext cx="2821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Screenshot of </a:t>
            </a:r>
            <a:r>
              <a:rPr lang="en-GB" dirty="0" err="1"/>
              <a:t>nn</a:t>
            </a:r>
            <a:r>
              <a:rPr lang="en-GB" dirty="0"/>
              <a:t> structure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313216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F9B6C-ADC8-1490-E36A-62E075121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7525199-3413-D073-0B3A-F7F48810FB24}"/>
              </a:ext>
            </a:extLst>
          </p:cNvPr>
          <p:cNvSpPr txBox="1"/>
          <p:nvPr/>
        </p:nvSpPr>
        <p:spPr>
          <a:xfrm>
            <a:off x="1956390" y="6488668"/>
            <a:ext cx="76582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>
                    <a:lumMod val="75000"/>
                  </a:schemeClr>
                </a:solidFill>
              </a:rPr>
              <a:t>Dataset </a:t>
            </a:r>
            <a:r>
              <a:rPr lang="en-GB" dirty="0" err="1">
                <a:solidFill>
                  <a:schemeClr val="bg1">
                    <a:lumMod val="75000"/>
                  </a:schemeClr>
                </a:solidFill>
              </a:rPr>
              <a:t>Characterisitcs</a:t>
            </a:r>
            <a:r>
              <a:rPr lang="en-GB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en-GB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</a:t>
            </a: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Baseline Model  </a:t>
            </a:r>
            <a:r>
              <a:rPr lang="en-GB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Neural Net – Results - Challenges</a:t>
            </a:r>
            <a:endParaRPr lang="de-DE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A41CDB-4822-BFA5-F338-27F1BD52A3BD}"/>
              </a:ext>
            </a:extLst>
          </p:cNvPr>
          <p:cNvSpPr txBox="1"/>
          <p:nvPr/>
        </p:nvSpPr>
        <p:spPr>
          <a:xfrm>
            <a:off x="7192926" y="3115340"/>
            <a:ext cx="10893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Loss plot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487054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4050B-A8AD-D44C-BDB5-DAEF07483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A00947-4782-3164-3F43-60FB01F5A96C}"/>
              </a:ext>
            </a:extLst>
          </p:cNvPr>
          <p:cNvSpPr txBox="1"/>
          <p:nvPr/>
        </p:nvSpPr>
        <p:spPr>
          <a:xfrm>
            <a:off x="1956390" y="6488668"/>
            <a:ext cx="76582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>
                    <a:lumMod val="75000"/>
                  </a:schemeClr>
                </a:solidFill>
              </a:rPr>
              <a:t>Dataset </a:t>
            </a:r>
            <a:r>
              <a:rPr lang="en-GB" dirty="0" err="1">
                <a:solidFill>
                  <a:schemeClr val="bg1">
                    <a:lumMod val="75000"/>
                  </a:schemeClr>
                </a:solidFill>
              </a:rPr>
              <a:t>Characterisitcs</a:t>
            </a:r>
            <a:r>
              <a:rPr lang="en-GB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en-GB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</a:t>
            </a: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Baseline Model  </a:t>
            </a:r>
            <a:r>
              <a:rPr lang="en-GB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Neural Net – Results - Challenges</a:t>
            </a:r>
            <a:endParaRPr lang="de-DE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A7C3F15-2196-DC03-ED48-2696369A2B11}"/>
              </a:ext>
            </a:extLst>
          </p:cNvPr>
          <p:cNvSpPr txBox="1"/>
          <p:nvPr/>
        </p:nvSpPr>
        <p:spPr>
          <a:xfrm>
            <a:off x="7192926" y="3115340"/>
            <a:ext cx="21772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Mape scores as plot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302755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125</Words>
  <Application>Microsoft Office PowerPoint</Application>
  <PresentationFormat>Widescreen</PresentationFormat>
  <Paragraphs>14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Anton Roefer</dc:creator>
  <cp:lastModifiedBy>Anton Roefer</cp:lastModifiedBy>
  <cp:revision>1</cp:revision>
  <dcterms:created xsi:type="dcterms:W3CDTF">2025-06-28T09:13:20Z</dcterms:created>
  <dcterms:modified xsi:type="dcterms:W3CDTF">2025-06-28T12:08:25Z</dcterms:modified>
</cp:coreProperties>
</file>