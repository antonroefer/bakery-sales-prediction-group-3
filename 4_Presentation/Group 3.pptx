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notesSlides/notesSlide4.xml" ContentType="application/vnd.openxmlformats-officedocument.presentationml.notesSlide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73" r:id="rId3"/>
    <p:sldId id="272" r:id="rId4"/>
    <p:sldId id="257" r:id="rId5"/>
    <p:sldId id="271" r:id="rId6"/>
    <p:sldId id="267" r:id="rId7"/>
    <p:sldId id="274" r:id="rId8"/>
    <p:sldId id="268" r:id="rId9"/>
    <p:sldId id="269" r:id="rId10"/>
    <p:sldId id="260" r:id="rId11"/>
    <p:sldId id="266" r:id="rId12"/>
    <p:sldId id="263" r:id="rId13"/>
    <p:sldId id="264" r:id="rId14"/>
    <p:sldId id="265" r:id="rId15"/>
    <p:sldId id="262" r:id="rId16"/>
    <p:sldId id="276" r:id="rId17"/>
    <p:sldId id="275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60A9"/>
    <a:srgbClr val="FFF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86835" autoAdjust="0"/>
  </p:normalViewPr>
  <p:slideViewPr>
    <p:cSldViewPr snapToGrid="0">
      <p:cViewPr varScale="1">
        <p:scale>
          <a:sx n="52" d="100"/>
          <a:sy n="52" d="100"/>
        </p:scale>
        <p:origin x="1272" y="6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8:52:26.346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1999 0,'2250'-1999'0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30.032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0 570,'4'0,"-1"0,2 0,-1-1,-1 0,1 0,-1 0,1 0,0 0,-1-1,1 0,-1 1,4-5,34-31,-8 7,27-13,-42 33,-2-2,1 1,-1-2,23-23,5-11,68-55,-13 15,-77 64,2 3,0 0,37-22,-24 23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0.250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1008,'14'-1,"-1"0,1-1,-1-1,22-8,11-1,-26 8,0-1,0 0,0-2,-1-1,1 1,-2-3,1 1,-1-2,23-18,29-25,86-50,30-22,147-149,-326 270,26-28,3 3,51-36,-76 59,0-1,0-1,-1 0,0 0,-1-1,0 0,0-1,-2 0,1-1,12-23,-4 5,2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3.156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1269,'0'1,"0"0,1 0,-1 0,0 0,1-1,-1 2,1-1,-1 0,1 0,0 0,-1-1,1 1,0 0,0-1,-1 1,1 0,1-1,-1 1,0-1,0 1,0-1,0 0,0 1,0-1,0 0,0 0,0 1,1-1,36 4,-32-3,95 5,106-9,-180-1,1 1,-1-2,-1-1,0-2,1 0,-1-3,26-13,18-13,75-55,-90 52,-1-1,-3-4,0-1,42-55,-7 9,34-41,-62 68,-36 42,24-33,86-166,-91 148,-17 29,-15 28,-1 0,2 1,18-24,-6 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5.221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1661,'1'-5,"1"0,-1 2,1-1,-1 0,1 0,1-1,-1 2,1-1,-1 1,1 0,0-1,0 1,7-6,-5 5,133-117,-50 47,159-116,-122 99,1-17,-3 2,29 2,7-6,-133 90,-1-3,-2 1,-1-1,22-29,157-196,-166 208,-19 24,0-1,-2-1,21-32,-24 33,0 0,13-15,-11 17,-1 1,12-23,-8 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55.1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1465 2,'-8'-1,"-1"1,2 0,-2 0,1 1,0 0,-1 0,1 1,0 0,0 1,1 0,-1 0,0 0,-12 10,-9 10,-1 2,-41 49,4-4,45-49,-16 15,-36 42,68-68,0-1,-1 1,-3 11,8-14,-1-1,-2 1,2-1,-1 0,0 1,0-2,-2 0,1 1,-6 5,-2-1,6-6,0 0,0 1,1 1,-1 0,2-1,-1 2,1-1,-1 0,1 2,1-2,-6 11,-12 26,-1-1,-2 0,-60 73,66-96,0-1,-40 28,25-20,14-11,0 0,0 1,1 0,0 2,2 0,-25 32,27-30,1 2,-3-2,0-1,0-1,-2-2,-40 32,-7 3,50-38,-2 1,0 0,-1-3,-27 16,13-12,6-4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57.2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1937,'1'0,"0"0,0-2,-1 2,1-1,0 1,0-1,0 1,-1-1,1 1,0-1,-1 0,2 1,-1-1,-1 0,1 1,0-3,8-8,152-106,-114 79,15-10,82-85,-25 18,-64 63,18-19,-60 57,1 2,28-21,-30 23,0 2,0-2,-1 0,0-1,15-20,8-13,0 2,51-46,12-12,151-151,-231 234,124-106,-100 84,-1-2,-2-2,-1-2,31-52,-52 75,1 0,2 0,36-34,10-11,-54 56,-1 0,1 1,0-1,15-8,6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9:11:43.57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1465 2,'-8'-1,"-1"1,2 0,-2 0,1 1,0 0,-1 0,1 1,0 0,0 1,1 0,-1 0,0 0,-12 10,-9 10,-1 2,-41 49,4-4,45-49,-16 15,-36 42,68-68,0-1,-1 1,-3 11,8-14,-1-1,-2 1,2-1,-1 0,0 1,0-2,-2 0,1 1,-6 5,-2-1,6-6,0 0,0 1,1 1,-1 0,2-1,-1 2,1-1,-1 0,1 2,1-2,-6 11,-12 26,-1-1,-2 0,-60 73,66-96,0-1,-40 28,25-20,14-11,0 0,0 1,1 0,0 2,2 0,-25 32,27-30,1 2,-3-2,0-1,0-1,-2-2,-40 32,-7 3,50-38,-2 1,0 0,-1-3,-27 16,13-12,6-4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6-30T08:52:26.346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1893 0,'2142'-1893'0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30.032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0 540,'4'0,"-1"0,1 0,0-1,-1 0,1 0,-1 0,1 0,-1 0,0-1,1 0,-1 1,4-4,32-30,-8 6,26-11,-40 30,-1-1,0 0,-1-1,22-22,5-11,65-51,-13 13,-73 62,2 2,0 0,35-21,-23 22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0.250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0 955,'13'-1,"0"0,0-1,-1-1,22-7,10-2,-25 8,0 0,0-1,0-2,-1 0,1 0,-2-2,1 0,-1-1,22-18,28-23,81-47,30-22,139-140,-311 255,26-26,2 2,49-33,-73 55,1 0,-1-2,0 1,-1-1,0 0,-1-1,1 0,-2-1,0 0,12-22,-3 4,1 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3.156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1 1202,'0'1,"0"0,1 0,-1 0,0 0,1-1,-1 1,1 0,-1 0,1 0,0 0,-1-1,1 1,0 0,0-1,-1 1,1 0,0-1,0 1,0-1,0 1,0-1,0 0,0 1,0-1,0 0,0 0,0 1,1-1,34 4,-30-3,90 4,101-8,-171 0,0 0,0-2,-1-1,0-1,0-1,0-2,25-13,16-12,72-52,-85 49,-2-1,-2-3,-1-2,41-52,-7 9,32-39,-59 65,-34 39,23-31,82-157,-87 140,-16 27,-15 27,0 0,1 1,18-23,-6 15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45.221"/>
    </inkml:context>
    <inkml:brush xml:id="br0">
      <inkml:brushProperty name="width" value="0.3" units="cm"/>
      <inkml:brushProperty name="height" value="0.6" units="cm"/>
      <inkml:brushProperty name="color" value="#00B44B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1573,'1'-5,"1"1,-1 1,1-1,-1 0,1 0,0 0,0 1,1-1,-1 1,1 0,0 0,0 0,6-6,-4 5,126-110,-47 44,151-110,-116 94,1-17,-3 3,28 1,7-5,-128 85,0-2,-2 0,-1-1,21-27,149-186,-157 197,-19 23,0-1,-2-1,21-31,-24 32,1 0,12-14,-11 16,-1 0,12-21,-8 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55.12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1395 2,'-8'-1,"0"1,1 0,-1 0,0 1,0 0,0 0,0 1,1 0,-1 0,1 1,0 0,-1 0,-11 9,-9 10,0 2,-40 46,4-4,43-46,-15 14,-34 40,64-65,0 0,0 0,-4 11,8-13,-1-1,-1 0,1 0,-1 0,0 0,0-1,-1 0,0 0,-6 6,-1-2,5-5,1 0,-1 1,1 0,0 1,1-1,-1 1,1 0,0 0,0 1,1-1,-5 10,-12 25,-1-1,-2-1,-57 70,63-91,0-1,-38 27,23-20,14-9,0-1,0 1,1 0,0 2,2 0,-24 31,26-29,0 1,-2-1,0-1,0-1,-2-1,-39 29,-5 3,46-35,-1 0,0 0,-1-2,-26 14,13-11,5-3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6-30T08:52:57.2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1834,'1'0,"0"0,0-1,-1 1,1-1,0 1,0-1,0 1,-1-1,1 1,0-1,-1 0,1 1,0-1,-1 0,1 1,0-3,8-7,144-101,-108 75,14-10,78-80,-24 18,-60 58,16-17,-56 54,0 1,27-19,-29 22,1 1,-1-1,0-1,-1 0,15-20,7-11,1 1,48-43,11-12,144-143,-220 222,119-100,-96 79,-1-2,-2-2,-1-1,30-50,-50 71,1 0,2 0,35-32,9-10,-52 52,0 1,0 0,1 0,13-8,7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02BB35-AE6A-4528-8F32-D1F8A7B871D9}" type="datetimeFigureOut">
              <a:rPr lang="en-GB" smtClean="0"/>
              <a:t>01/07/2025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9340A9-5F99-47E5-A3AD-FD228EA849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1054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photos thing is just a suggestion, </a:t>
            </a:r>
            <a:r>
              <a:rPr lang="en-US" dirty="0" err="1"/>
              <a:t>i</a:t>
            </a:r>
            <a:r>
              <a:rPr lang="en-US" dirty="0"/>
              <a:t> find it good idea since people from online never saw us, but I understand if you don’t like it. (stole your linked in photo for that lol)</a:t>
            </a:r>
          </a:p>
          <a:p>
            <a:endParaRPr lang="en-US" dirty="0"/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Also the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footer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is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last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 will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! In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case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seeing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missing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or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are</a:t>
            </a:r>
            <a:r>
              <a:rPr lang="de-DE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e-DE" sz="1200" dirty="0" err="1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inconsistencies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28977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Though it’s nice to have this in the background when one is talking about the project in general, as a smooth transition to the next slide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96166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DC25A-98A9-52A9-1343-DD0BD2E36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2B8BB-3C1A-3DAA-2477-EC3E50BA9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B64959-8143-A061-5196-8C69B95EFE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vision for this is to make the variable </a:t>
            </a:r>
            <a:r>
              <a:rPr lang="en-US" dirty="0" err="1"/>
              <a:t>colours</a:t>
            </a:r>
            <a:r>
              <a:rPr lang="en-US" dirty="0"/>
              <a:t> appear with the text &amp;</a:t>
            </a:r>
          </a:p>
          <a:p>
            <a:r>
              <a:rPr lang="en-US" dirty="0"/>
              <a:t>Will make the </a:t>
            </a:r>
            <a:r>
              <a:rPr lang="en-US" dirty="0" err="1"/>
              <a:t>colouring</a:t>
            </a:r>
            <a:r>
              <a:rPr lang="en-US" dirty="0"/>
              <a:t> more neat later, this is a draft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26F1C-CB7A-A22D-B1C2-D9FAF3BA35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843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 2: if we want them written in English , or properly listed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47668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162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1D4BE6-5076-F4CC-4380-200C52174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87C50-F6AC-DBD0-504D-6644E03F6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9B0657-7A19-BB53-C960-5BB6C3C23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Moved the title bit to make some space 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43FD0-5253-3770-56C4-FFDF19AB27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27489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sure if we need a whole slide about it, what do you think about it popping in and out of the slide with the full dataset?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91850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Under construction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74344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 make it prettier but I think those are the points I want to talk about , you can also add yours and we can share this part so that we both talk about our experience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9340A9-5F99-47E5-A3AD-FD228EA849F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3060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3A2FB-7B54-F24F-6B88-D45735426C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F4DEA4-F72C-6897-4521-D6EAB1BC5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D2AEB-8776-1402-1F5F-5E744C31D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F1CC-ABF1-4C16-BBB2-7CC8083DBD41}" type="datetime1">
              <a:rPr lang="de-DE" smtClean="0"/>
              <a:t>01.07.2025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D83C00-33BA-1ABD-75EA-E819FE341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A5E78-1034-3619-9391-70CA48C0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020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46B21-CE45-0D46-AFE3-79E3E5B72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89DCF-2B5F-B299-DBA1-6E8DA05A8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49839-AE28-AA6A-A504-B8764F5CB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9A6BA-2653-433C-BA9E-57AD9EE3A712}" type="datetime1">
              <a:rPr lang="de-DE" smtClean="0"/>
              <a:t>01.07.2025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1836CE-BDD9-2ED3-2B89-AEF26313AF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28BF0-A96D-93BE-3882-AE032734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3225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85667-0B0D-B9E6-1969-69225C292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6E13A3-D678-5246-5DB9-67DCC0DFD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C0DDEB-61E2-C5FB-D3A2-9C30CD89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226A6-5467-47C4-B46A-D1C4752B6C50}" type="datetime1">
              <a:rPr lang="de-DE" smtClean="0"/>
              <a:t>01.07.2025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9CB505-175A-72AD-9EDB-1B2764C31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D58C09-3197-1BC6-A73B-93718CDD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82387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BC866-0963-7F17-2DCB-6A2AA433E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8175-79DB-C56A-CD77-A062CCD732D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B7B6D0-EDB4-58A7-A71E-6F540E4239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976942-E221-87FC-8600-005112E84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D014D-DF7A-4A17-BE70-CBDCCD05F312}" type="datetime1">
              <a:rPr lang="de-DE" smtClean="0"/>
              <a:t>01.07.2025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A49A-9F2E-8A8D-22E4-0C9740563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DE499-46D0-A794-5D6E-67AEAF60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28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91101-CB46-BA65-DA47-28FB466B7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478A4-C4A8-20DA-DB09-6B97098E1C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7D7718-A1CD-4D0E-3635-095129B10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751E9A-E2F8-45BC-B59C-BCE7375FEA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702472-2E17-14F9-5B01-679633B921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0A6722-0515-72CF-891D-58D2C406F0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B58879-59D9-4DFD-ACCE-8F9DA76AC11D}" type="datetime1">
              <a:rPr lang="de-DE" smtClean="0"/>
              <a:t>01.07.2025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8959112-E2DF-4694-186B-DD6790A15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5838F4-E07F-3FA7-9544-32DEF45259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89717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E07E1-D69E-0030-1965-A9912445F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D8C1CF2-8B6A-FEE8-FF2D-ACF53C355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68223-0355-4A47-87D8-E56CD5791C42}" type="datetime1">
              <a:rPr lang="de-DE" smtClean="0"/>
              <a:t>01.07.2025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B55EBE-5C7A-4634-DF58-83DDBA5A9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C150F-F995-23DB-7249-8BF2AC039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64120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F8939D-9E67-9F19-8158-42A04A59B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8DA-2725-48DA-8CAB-E21C779E0A52}" type="datetime1">
              <a:rPr lang="de-DE" smtClean="0"/>
              <a:t>01.07.2025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EDC254-EBDA-4966-46ED-78DD13733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685E6E-619C-35F5-FB80-2AFD82506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8998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B8F4C-7F9F-D7FB-005A-68B0B23C6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CDD27E-1764-0D7E-DFB3-8F5B56014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D53F77-6A23-1BCA-C7AC-E55EF3D416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DA56A1-37E3-7252-0650-C7397F41F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DFF235-647B-4139-A6C7-FD3E9D31CB9A}" type="datetime1">
              <a:rPr lang="de-DE" smtClean="0"/>
              <a:t>01.07.2025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860EA3-FD08-06B2-7BCC-D9BF590DF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88CD5-5F29-58C3-10AB-7EEC817ED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8692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88F22-89DC-1E38-3634-F87F50161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B1A75F-7FEA-5A52-5607-25872F667B5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72322E-BD5C-AA1F-C482-AF052F98A3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305227-BC7E-6B03-B00C-648DB79ECE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839DE-6FAF-4E43-BF2D-2423A301DC2E}" type="datetime1">
              <a:rPr lang="de-DE" smtClean="0"/>
              <a:t>01.07.2025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DFC2D4-5494-48CE-AA38-077C537B1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382BC5-9637-C944-9499-322229CDD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59659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ED6A1-697E-11BA-EFB1-C0AB7CCC3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0D1F21F-ECC5-5F46-5611-19C8CCAE6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DF0B46-AF2E-FE51-71F7-2CA5ED66E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46073-F360-4B03-9A78-9F6E24BF38BF}" type="datetime1">
              <a:rPr lang="de-DE" smtClean="0"/>
              <a:t>01.07.2025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4CA1E-EAFD-631C-3A89-289919284B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89AF63-1A23-FCB1-2B9D-DD64C9D532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1719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622714-D201-DEE1-73CA-08AAB521A1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81EAFE-9EBD-2151-C303-754CD1BE20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6090B9-E52A-AC88-C95B-6D558F0C2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947668-F355-4DBF-B716-42DB1C64DFB7}" type="datetime1">
              <a:rPr lang="de-DE" smtClean="0"/>
              <a:t>01.07.2025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A779B4-E2D4-4868-AE8E-236E94CCD3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6A677-BBC7-1E3D-01BF-433D165B7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720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E2B0337-54D4-2915-8075-016A11098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A36B3-0D68-F688-3A2A-9FD9F4FC2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B8077C-320F-1A59-1AA4-7C2DAC351D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0A0AA2-7FF6-400D-97F4-AF38EF94CB43}" type="datetime1">
              <a:rPr lang="de-DE" smtClean="0"/>
              <a:t>01.07.2025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02414-A2AD-140E-E1F8-A2C906A59A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C37F22-BA21-A18F-6B5A-D089770355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E63D0E-FFEF-43D1-BE35-64C33AF422FD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315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1.png"/><Relationship Id="rId1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8.png"/><Relationship Id="rId12" Type="http://schemas.openxmlformats.org/officeDocument/2006/relationships/customXml" Target="../ink/ink5.xml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6" Type="http://schemas.openxmlformats.org/officeDocument/2006/relationships/customXml" Target="../ink/ink7.xml"/><Relationship Id="rId20" Type="http://schemas.openxmlformats.org/officeDocument/2006/relationships/customXml" Target="../ink/ink8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2.xml"/><Relationship Id="rId11" Type="http://schemas.openxmlformats.org/officeDocument/2006/relationships/image" Target="../media/image10.png"/><Relationship Id="rId5" Type="http://schemas.openxmlformats.org/officeDocument/2006/relationships/image" Target="../media/image7.png"/><Relationship Id="rId15" Type="http://schemas.openxmlformats.org/officeDocument/2006/relationships/image" Target="../media/image12.png"/><Relationship Id="rId10" Type="http://schemas.openxmlformats.org/officeDocument/2006/relationships/customXml" Target="../ink/ink4.xml"/><Relationship Id="rId19" Type="http://schemas.openxmlformats.org/officeDocument/2006/relationships/image" Target="../media/image15.svg"/><Relationship Id="rId4" Type="http://schemas.openxmlformats.org/officeDocument/2006/relationships/customXml" Target="../ink/ink1.xml"/><Relationship Id="rId9" Type="http://schemas.openxmlformats.org/officeDocument/2006/relationships/image" Target="../media/image9.png"/><Relationship Id="rId14" Type="http://schemas.openxmlformats.org/officeDocument/2006/relationships/customXml" Target="../ink/ink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13" Type="http://schemas.openxmlformats.org/officeDocument/2006/relationships/image" Target="../media/image20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12" Type="http://schemas.openxmlformats.org/officeDocument/2006/relationships/customXml" Target="../ink/ink13.xml"/><Relationship Id="rId1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6" Type="http://schemas.openxmlformats.org/officeDocument/2006/relationships/customXml" Target="../ink/ink15.xml"/><Relationship Id="rId1" Type="http://schemas.openxmlformats.org/officeDocument/2006/relationships/slideLayout" Target="../slideLayouts/slideLayout4.xml"/><Relationship Id="rId6" Type="http://schemas.openxmlformats.org/officeDocument/2006/relationships/customXml" Target="../ink/ink10.xml"/><Relationship Id="rId11" Type="http://schemas.openxmlformats.org/officeDocument/2006/relationships/image" Target="../media/image19.png"/><Relationship Id="rId5" Type="http://schemas.openxmlformats.org/officeDocument/2006/relationships/image" Target="../media/image16.png"/><Relationship Id="rId15" Type="http://schemas.openxmlformats.org/officeDocument/2006/relationships/image" Target="../media/image21.png"/><Relationship Id="rId10" Type="http://schemas.openxmlformats.org/officeDocument/2006/relationships/customXml" Target="../ink/ink12.xml"/><Relationship Id="rId4" Type="http://schemas.openxmlformats.org/officeDocument/2006/relationships/customXml" Target="../ink/ink9.xml"/><Relationship Id="rId9" Type="http://schemas.openxmlformats.org/officeDocument/2006/relationships/image" Target="../media/image18.png"/><Relationship Id="rId14" Type="http://schemas.openxmlformats.org/officeDocument/2006/relationships/customXml" Target="../ink/ink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4" name="Picture 20" descr="illustration in cartoon style. brezel with salt. on a white background.  11153303 PNG">
            <a:extLst>
              <a:ext uri="{FF2B5EF4-FFF2-40B4-BE49-F238E27FC236}">
                <a16:creationId xmlns:a16="http://schemas.microsoft.com/office/drawing/2014/main" id="{D19955E8-8EDA-1402-9EED-D1126852BD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679676">
            <a:off x="7726690" y="3497834"/>
            <a:ext cx="1258333" cy="1237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implicity croissant bread freehand continuous line drawing 13643870 PNG">
            <a:extLst>
              <a:ext uri="{FF2B5EF4-FFF2-40B4-BE49-F238E27FC236}">
                <a16:creationId xmlns:a16="http://schemas.microsoft.com/office/drawing/2014/main" id="{B3DC8308-9CEA-617F-FD27-04657563CA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23200">
            <a:off x="4592105" y="4009121"/>
            <a:ext cx="1609200" cy="12706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1989A6D-E7A9-3A11-8D56-AD01986116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1107"/>
            <a:ext cx="9144000" cy="2387600"/>
          </a:xfrm>
        </p:spPr>
        <p:txBody>
          <a:bodyPr/>
          <a:lstStyle/>
          <a:p>
            <a:r>
              <a:rPr lang="en-GB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Bakery Sales Prediction</a:t>
            </a:r>
            <a:endParaRPr lang="de-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23E5C8-4847-18A4-FBCF-D0E62F56B550}"/>
              </a:ext>
            </a:extLst>
          </p:cNvPr>
          <p:cNvSpPr txBox="1"/>
          <p:nvPr/>
        </p:nvSpPr>
        <p:spPr>
          <a:xfrm>
            <a:off x="2505307" y="1452205"/>
            <a:ext cx="71813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dirty="0"/>
              <a:t>Introduction to Data Science and Machine Learning</a:t>
            </a:r>
          </a:p>
          <a:p>
            <a:endParaRPr lang="en-GB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1E64F4-AF6D-8E07-F5EB-730E7DE8D301}"/>
              </a:ext>
            </a:extLst>
          </p:cNvPr>
          <p:cNvSpPr/>
          <p:nvPr/>
        </p:nvSpPr>
        <p:spPr>
          <a:xfrm>
            <a:off x="4221270" y="3818022"/>
            <a:ext cx="1127343" cy="1093344"/>
          </a:xfrm>
          <a:prstGeom prst="ellipse">
            <a:avLst/>
          </a:prstGeom>
          <a:blipFill>
            <a:blip r:embed="rId5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D1A099-B2B7-0C7E-C6D3-F474F283BF42}"/>
              </a:ext>
            </a:extLst>
          </p:cNvPr>
          <p:cNvSpPr/>
          <p:nvPr/>
        </p:nvSpPr>
        <p:spPr>
          <a:xfrm>
            <a:off x="7177405" y="3859215"/>
            <a:ext cx="1127343" cy="1093344"/>
          </a:xfrm>
          <a:prstGeom prst="ellipse">
            <a:avLst/>
          </a:prstGeom>
          <a:blipFill dpi="0" rotWithShape="1">
            <a:blip r:embed="rId6"/>
            <a:srcRect/>
            <a:stretch>
              <a:fillRect t="-1000" r="-1000" b="-1000"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B8F9E-5BC6-9219-ED43-781B6F6A3D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1230" y="5286789"/>
            <a:ext cx="9144000" cy="426848"/>
          </a:xfrm>
        </p:spPr>
        <p:txBody>
          <a:bodyPr/>
          <a:lstStyle/>
          <a:p>
            <a:r>
              <a:rPr lang="de-DE" dirty="0"/>
              <a:t>Georgia Avgerinou                Anton R</a:t>
            </a:r>
            <a:r>
              <a:rPr lang="en-GB" dirty="0"/>
              <a:t>öfer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D3132-F2CC-EE39-909D-5E59C66B426E}"/>
              </a:ext>
            </a:extLst>
          </p:cNvPr>
          <p:cNvSpPr txBox="1"/>
          <p:nvPr/>
        </p:nvSpPr>
        <p:spPr>
          <a:xfrm>
            <a:off x="4234880" y="6352143"/>
            <a:ext cx="4076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Kiel, July 2025</a:t>
            </a:r>
            <a:endParaRPr lang="de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CF95C9-E092-F7C8-D6F9-A30D01E6B467}"/>
              </a:ext>
            </a:extLst>
          </p:cNvPr>
          <p:cNvSpPr txBox="1"/>
          <p:nvPr/>
        </p:nvSpPr>
        <p:spPr>
          <a:xfrm>
            <a:off x="3225230" y="3148404"/>
            <a:ext cx="6096000" cy="426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de-DE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Group 3</a:t>
            </a:r>
          </a:p>
        </p:txBody>
      </p:sp>
    </p:spTree>
    <p:extLst>
      <p:ext uri="{BB962C8B-B14F-4D97-AF65-F5344CB8AC3E}">
        <p14:creationId xmlns:p14="http://schemas.microsoft.com/office/powerpoint/2010/main" val="361356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68E07-38A7-7EE4-60A0-C3FEFA15C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Goal: </a:t>
            </a:r>
            <a:r>
              <a:rPr lang="en-US" sz="3600" dirty="0"/>
              <a:t>to </a:t>
            </a:r>
            <a:r>
              <a:rPr lang="en-GB" sz="3600" dirty="0"/>
              <a:t>predict sales for six bakery product categories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628862-0955-FC02-520E-463E0A0F8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2</a:t>
            </a:fld>
            <a:endParaRPr lang="de-DE"/>
          </a:p>
        </p:txBody>
      </p:sp>
      <p:pic>
        <p:nvPicPr>
          <p:cNvPr id="2050" name="Picture 2" descr="Charterfee ILCA Kieler Woche 2025 international | Charterfee ILCA 4 |  KiWo.int.4">
            <a:extLst>
              <a:ext uri="{FF2B5EF4-FFF2-40B4-BE49-F238E27FC236}">
                <a16:creationId xmlns:a16="http://schemas.microsoft.com/office/drawing/2014/main" id="{97B25243-8AC5-E4A6-AB3B-121006D51F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6028" y="3892415"/>
            <a:ext cx="1101394" cy="1101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oogle Shape;9708;p62">
            <a:extLst>
              <a:ext uri="{FF2B5EF4-FFF2-40B4-BE49-F238E27FC236}">
                <a16:creationId xmlns:a16="http://schemas.microsoft.com/office/drawing/2014/main" id="{4C09F53A-7676-FBB8-D3B0-D4129BB44D69}"/>
              </a:ext>
            </a:extLst>
          </p:cNvPr>
          <p:cNvGrpSpPr/>
          <p:nvPr/>
        </p:nvGrpSpPr>
        <p:grpSpPr>
          <a:xfrm>
            <a:off x="7748280" y="3062137"/>
            <a:ext cx="1070469" cy="820905"/>
            <a:chOff x="7550258" y="3832670"/>
            <a:chExt cx="371395" cy="301279"/>
          </a:xfrm>
          <a:solidFill>
            <a:srgbClr val="1C60A9"/>
          </a:solidFill>
        </p:grpSpPr>
        <p:sp>
          <p:nvSpPr>
            <p:cNvPr id="22" name="Google Shape;9709;p62">
              <a:extLst>
                <a:ext uri="{FF2B5EF4-FFF2-40B4-BE49-F238E27FC236}">
                  <a16:creationId xmlns:a16="http://schemas.microsoft.com/office/drawing/2014/main" id="{75BAFF35-68BB-88CB-4C31-F839C1DFD63C}"/>
                </a:ext>
              </a:extLst>
            </p:cNvPr>
            <p:cNvSpPr/>
            <p:nvPr/>
          </p:nvSpPr>
          <p:spPr>
            <a:xfrm>
              <a:off x="7550258" y="3832670"/>
              <a:ext cx="371395" cy="301279"/>
            </a:xfrm>
            <a:custGeom>
              <a:avLst/>
              <a:gdLst/>
              <a:ahLst/>
              <a:cxnLst/>
              <a:rect l="l" t="t" r="r" b="b"/>
              <a:pathLst>
                <a:path w="11669" h="9466" extrusionOk="0">
                  <a:moveTo>
                    <a:pt x="1822" y="346"/>
                  </a:moveTo>
                  <a:cubicBezTo>
                    <a:pt x="1822" y="346"/>
                    <a:pt x="1834" y="346"/>
                    <a:pt x="1834" y="358"/>
                  </a:cubicBezTo>
                  <a:lnTo>
                    <a:pt x="1834" y="1096"/>
                  </a:lnTo>
                  <a:cubicBezTo>
                    <a:pt x="1834" y="1096"/>
                    <a:pt x="1834" y="1108"/>
                    <a:pt x="1822" y="1108"/>
                  </a:cubicBezTo>
                  <a:lnTo>
                    <a:pt x="1441" y="1108"/>
                  </a:lnTo>
                  <a:cubicBezTo>
                    <a:pt x="1441" y="1108"/>
                    <a:pt x="1429" y="1108"/>
                    <a:pt x="1429" y="1096"/>
                  </a:cubicBezTo>
                  <a:lnTo>
                    <a:pt x="1429" y="358"/>
                  </a:lnTo>
                  <a:lnTo>
                    <a:pt x="1441" y="358"/>
                  </a:lnTo>
                  <a:lnTo>
                    <a:pt x="1822" y="346"/>
                  </a:lnTo>
                  <a:close/>
                  <a:moveTo>
                    <a:pt x="10228" y="346"/>
                  </a:moveTo>
                  <a:cubicBezTo>
                    <a:pt x="10228" y="346"/>
                    <a:pt x="10240" y="346"/>
                    <a:pt x="10240" y="358"/>
                  </a:cubicBezTo>
                  <a:lnTo>
                    <a:pt x="10240" y="1096"/>
                  </a:lnTo>
                  <a:cubicBezTo>
                    <a:pt x="10240" y="1096"/>
                    <a:pt x="10240" y="1108"/>
                    <a:pt x="10228" y="1108"/>
                  </a:cubicBezTo>
                  <a:lnTo>
                    <a:pt x="9859" y="1108"/>
                  </a:lnTo>
                  <a:cubicBezTo>
                    <a:pt x="9859" y="1108"/>
                    <a:pt x="9835" y="1108"/>
                    <a:pt x="9835" y="1096"/>
                  </a:cubicBezTo>
                  <a:lnTo>
                    <a:pt x="9835" y="358"/>
                  </a:lnTo>
                  <a:lnTo>
                    <a:pt x="9859" y="358"/>
                  </a:lnTo>
                  <a:lnTo>
                    <a:pt x="10228" y="346"/>
                  </a:lnTo>
                  <a:close/>
                  <a:moveTo>
                    <a:pt x="10966" y="1096"/>
                  </a:moveTo>
                  <a:cubicBezTo>
                    <a:pt x="11180" y="1096"/>
                    <a:pt x="11347" y="1251"/>
                    <a:pt x="11347" y="1465"/>
                  </a:cubicBezTo>
                  <a:lnTo>
                    <a:pt x="11347" y="8775"/>
                  </a:lnTo>
                  <a:cubicBezTo>
                    <a:pt x="11323" y="8978"/>
                    <a:pt x="11168" y="9144"/>
                    <a:pt x="10954" y="9144"/>
                  </a:cubicBezTo>
                  <a:lnTo>
                    <a:pt x="715" y="9144"/>
                  </a:lnTo>
                  <a:cubicBezTo>
                    <a:pt x="512" y="9144"/>
                    <a:pt x="346" y="8978"/>
                    <a:pt x="346" y="8775"/>
                  </a:cubicBezTo>
                  <a:lnTo>
                    <a:pt x="346" y="1465"/>
                  </a:lnTo>
                  <a:cubicBezTo>
                    <a:pt x="346" y="1251"/>
                    <a:pt x="512" y="1096"/>
                    <a:pt x="715" y="1096"/>
                  </a:cubicBezTo>
                  <a:lnTo>
                    <a:pt x="1084" y="1096"/>
                  </a:lnTo>
                  <a:lnTo>
                    <a:pt x="1084" y="1108"/>
                  </a:lnTo>
                  <a:cubicBezTo>
                    <a:pt x="1084" y="1298"/>
                    <a:pt x="1250" y="1465"/>
                    <a:pt x="1441" y="1465"/>
                  </a:cubicBezTo>
                  <a:lnTo>
                    <a:pt x="1822" y="1465"/>
                  </a:lnTo>
                  <a:cubicBezTo>
                    <a:pt x="2012" y="1465"/>
                    <a:pt x="2179" y="1298"/>
                    <a:pt x="2179" y="1108"/>
                  </a:cubicBezTo>
                  <a:lnTo>
                    <a:pt x="2179" y="1096"/>
                  </a:lnTo>
                  <a:lnTo>
                    <a:pt x="9513" y="1096"/>
                  </a:lnTo>
                  <a:lnTo>
                    <a:pt x="9513" y="1108"/>
                  </a:lnTo>
                  <a:cubicBezTo>
                    <a:pt x="9513" y="1298"/>
                    <a:pt x="9680" y="1465"/>
                    <a:pt x="9871" y="1465"/>
                  </a:cubicBezTo>
                  <a:lnTo>
                    <a:pt x="10240" y="1465"/>
                  </a:lnTo>
                  <a:cubicBezTo>
                    <a:pt x="10430" y="1465"/>
                    <a:pt x="10597" y="1298"/>
                    <a:pt x="10597" y="1108"/>
                  </a:cubicBezTo>
                  <a:lnTo>
                    <a:pt x="10597" y="1096"/>
                  </a:lnTo>
                  <a:close/>
                  <a:moveTo>
                    <a:pt x="1441" y="0"/>
                  </a:moveTo>
                  <a:cubicBezTo>
                    <a:pt x="1250" y="0"/>
                    <a:pt x="1084" y="167"/>
                    <a:pt x="1084" y="358"/>
                  </a:cubicBezTo>
                  <a:lnTo>
                    <a:pt x="1084" y="739"/>
                  </a:lnTo>
                  <a:lnTo>
                    <a:pt x="715" y="739"/>
                  </a:lnTo>
                  <a:cubicBezTo>
                    <a:pt x="310" y="739"/>
                    <a:pt x="0" y="1060"/>
                    <a:pt x="0" y="1453"/>
                  </a:cubicBezTo>
                  <a:lnTo>
                    <a:pt x="0" y="8752"/>
                  </a:lnTo>
                  <a:cubicBezTo>
                    <a:pt x="0" y="9156"/>
                    <a:pt x="334" y="9466"/>
                    <a:pt x="715" y="9466"/>
                  </a:cubicBezTo>
                  <a:lnTo>
                    <a:pt x="10954" y="9466"/>
                  </a:lnTo>
                  <a:cubicBezTo>
                    <a:pt x="11359" y="9466"/>
                    <a:pt x="11668" y="9144"/>
                    <a:pt x="11668" y="8752"/>
                  </a:cubicBezTo>
                  <a:lnTo>
                    <a:pt x="11668" y="1453"/>
                  </a:lnTo>
                  <a:cubicBezTo>
                    <a:pt x="11668" y="1060"/>
                    <a:pt x="11359" y="739"/>
                    <a:pt x="10954" y="739"/>
                  </a:cubicBezTo>
                  <a:lnTo>
                    <a:pt x="10585" y="739"/>
                  </a:lnTo>
                  <a:lnTo>
                    <a:pt x="10585" y="358"/>
                  </a:lnTo>
                  <a:cubicBezTo>
                    <a:pt x="10585" y="167"/>
                    <a:pt x="10418" y="0"/>
                    <a:pt x="10228" y="0"/>
                  </a:cubicBezTo>
                  <a:lnTo>
                    <a:pt x="9859" y="0"/>
                  </a:lnTo>
                  <a:cubicBezTo>
                    <a:pt x="9656" y="0"/>
                    <a:pt x="9490" y="167"/>
                    <a:pt x="9490" y="358"/>
                  </a:cubicBezTo>
                  <a:lnTo>
                    <a:pt x="9490" y="739"/>
                  </a:lnTo>
                  <a:lnTo>
                    <a:pt x="2179" y="739"/>
                  </a:lnTo>
                  <a:lnTo>
                    <a:pt x="2179" y="358"/>
                  </a:lnTo>
                  <a:cubicBezTo>
                    <a:pt x="2179" y="167"/>
                    <a:pt x="2012" y="0"/>
                    <a:pt x="1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9710;p62">
              <a:extLst>
                <a:ext uri="{FF2B5EF4-FFF2-40B4-BE49-F238E27FC236}">
                  <a16:creationId xmlns:a16="http://schemas.microsoft.com/office/drawing/2014/main" id="{5EA29391-CC22-DDF7-B82A-2777D47C2455}"/>
                </a:ext>
              </a:extLst>
            </p:cNvPr>
            <p:cNvSpPr/>
            <p:nvPr/>
          </p:nvSpPr>
          <p:spPr>
            <a:xfrm>
              <a:off x="7574129" y="3891009"/>
              <a:ext cx="324418" cy="10662"/>
            </a:xfrm>
            <a:custGeom>
              <a:avLst/>
              <a:gdLst/>
              <a:ahLst/>
              <a:cxnLst/>
              <a:rect l="l" t="t" r="r" b="b"/>
              <a:pathLst>
                <a:path w="10193" h="335" extrusionOk="0">
                  <a:moveTo>
                    <a:pt x="155" y="1"/>
                  </a:moveTo>
                  <a:cubicBezTo>
                    <a:pt x="72" y="1"/>
                    <a:pt x="0" y="72"/>
                    <a:pt x="0" y="168"/>
                  </a:cubicBezTo>
                  <a:cubicBezTo>
                    <a:pt x="0" y="251"/>
                    <a:pt x="72" y="334"/>
                    <a:pt x="155" y="334"/>
                  </a:cubicBezTo>
                  <a:lnTo>
                    <a:pt x="10025" y="334"/>
                  </a:lnTo>
                  <a:cubicBezTo>
                    <a:pt x="10121" y="334"/>
                    <a:pt x="10192" y="251"/>
                    <a:pt x="10192" y="168"/>
                  </a:cubicBezTo>
                  <a:cubicBezTo>
                    <a:pt x="10192" y="72"/>
                    <a:pt x="10121" y="1"/>
                    <a:pt x="1002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9711;p62">
              <a:extLst>
                <a:ext uri="{FF2B5EF4-FFF2-40B4-BE49-F238E27FC236}">
                  <a16:creationId xmlns:a16="http://schemas.microsoft.com/office/drawing/2014/main" id="{CB90A08D-D03F-4A80-4FC5-C5E18C2631E7}"/>
                </a:ext>
              </a:extLst>
            </p:cNvPr>
            <p:cNvSpPr/>
            <p:nvPr/>
          </p:nvSpPr>
          <p:spPr>
            <a:xfrm>
              <a:off x="7591188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55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55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9712;p62">
              <a:extLst>
                <a:ext uri="{FF2B5EF4-FFF2-40B4-BE49-F238E27FC236}">
                  <a16:creationId xmlns:a16="http://schemas.microsoft.com/office/drawing/2014/main" id="{E17C2A5F-BDFE-1C78-DA37-6F8752CAFA61}"/>
                </a:ext>
              </a:extLst>
            </p:cNvPr>
            <p:cNvSpPr/>
            <p:nvPr/>
          </p:nvSpPr>
          <p:spPr>
            <a:xfrm>
              <a:off x="7672667" y="3937637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55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55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9713;p62">
              <a:extLst>
                <a:ext uri="{FF2B5EF4-FFF2-40B4-BE49-F238E27FC236}">
                  <a16:creationId xmlns:a16="http://schemas.microsoft.com/office/drawing/2014/main" id="{E11CBC8D-7A0A-7CCA-C3B9-D36CC88B6341}"/>
                </a:ext>
              </a:extLst>
            </p:cNvPr>
            <p:cNvSpPr/>
            <p:nvPr/>
          </p:nvSpPr>
          <p:spPr>
            <a:xfrm>
              <a:off x="7835592" y="3937637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55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55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9714;p62">
              <a:extLst>
                <a:ext uri="{FF2B5EF4-FFF2-40B4-BE49-F238E27FC236}">
                  <a16:creationId xmlns:a16="http://schemas.microsoft.com/office/drawing/2014/main" id="{4A00DCA6-EFDC-4D53-FF4B-D4AEDCABBC61}"/>
                </a:ext>
              </a:extLst>
            </p:cNvPr>
            <p:cNvSpPr/>
            <p:nvPr/>
          </p:nvSpPr>
          <p:spPr>
            <a:xfrm>
              <a:off x="7591188" y="3984232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2" y="1"/>
                    <a:pt x="0" y="84"/>
                    <a:pt x="0" y="168"/>
                  </a:cubicBezTo>
                  <a:cubicBezTo>
                    <a:pt x="0" y="263"/>
                    <a:pt x="72" y="334"/>
                    <a:pt x="155" y="334"/>
                  </a:cubicBezTo>
                  <a:lnTo>
                    <a:pt x="1262" y="334"/>
                  </a:lnTo>
                  <a:cubicBezTo>
                    <a:pt x="1346" y="334"/>
                    <a:pt x="1429" y="263"/>
                    <a:pt x="1429" y="168"/>
                  </a:cubicBezTo>
                  <a:cubicBezTo>
                    <a:pt x="1429" y="84"/>
                    <a:pt x="1346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9715;p62">
              <a:extLst>
                <a:ext uri="{FF2B5EF4-FFF2-40B4-BE49-F238E27FC236}">
                  <a16:creationId xmlns:a16="http://schemas.microsoft.com/office/drawing/2014/main" id="{DE56B0EF-04A8-35B5-A47A-70EA4160F28F}"/>
                </a:ext>
              </a:extLst>
            </p:cNvPr>
            <p:cNvSpPr/>
            <p:nvPr/>
          </p:nvSpPr>
          <p:spPr>
            <a:xfrm>
              <a:off x="7754113" y="3984232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9716;p62">
              <a:extLst>
                <a:ext uri="{FF2B5EF4-FFF2-40B4-BE49-F238E27FC236}">
                  <a16:creationId xmlns:a16="http://schemas.microsoft.com/office/drawing/2014/main" id="{AC966AF8-3349-AABC-2AB3-15CD6B73B4DD}"/>
                </a:ext>
              </a:extLst>
            </p:cNvPr>
            <p:cNvSpPr/>
            <p:nvPr/>
          </p:nvSpPr>
          <p:spPr>
            <a:xfrm>
              <a:off x="7591188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2" y="0"/>
                    <a:pt x="0" y="72"/>
                    <a:pt x="0" y="167"/>
                  </a:cubicBezTo>
                  <a:cubicBezTo>
                    <a:pt x="0" y="250"/>
                    <a:pt x="72" y="322"/>
                    <a:pt x="155" y="322"/>
                  </a:cubicBezTo>
                  <a:lnTo>
                    <a:pt x="1262" y="322"/>
                  </a:lnTo>
                  <a:cubicBezTo>
                    <a:pt x="1346" y="322"/>
                    <a:pt x="1429" y="250"/>
                    <a:pt x="1429" y="167"/>
                  </a:cubicBezTo>
                  <a:cubicBezTo>
                    <a:pt x="1429" y="72"/>
                    <a:pt x="1346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9717;p62">
              <a:extLst>
                <a:ext uri="{FF2B5EF4-FFF2-40B4-BE49-F238E27FC236}">
                  <a16:creationId xmlns:a16="http://schemas.microsoft.com/office/drawing/2014/main" id="{321043A2-F5E9-4D32-DDC8-C7A6D41B8374}"/>
                </a:ext>
              </a:extLst>
            </p:cNvPr>
            <p:cNvSpPr/>
            <p:nvPr/>
          </p:nvSpPr>
          <p:spPr>
            <a:xfrm>
              <a:off x="7672667" y="4030859"/>
              <a:ext cx="45481" cy="10248"/>
            </a:xfrm>
            <a:custGeom>
              <a:avLst/>
              <a:gdLst/>
              <a:ahLst/>
              <a:cxnLst/>
              <a:rect l="l" t="t" r="r" b="b"/>
              <a:pathLst>
                <a:path w="1429" h="322" extrusionOk="0">
                  <a:moveTo>
                    <a:pt x="155" y="0"/>
                  </a:moveTo>
                  <a:cubicBezTo>
                    <a:pt x="71" y="0"/>
                    <a:pt x="0" y="72"/>
                    <a:pt x="0" y="167"/>
                  </a:cubicBezTo>
                  <a:cubicBezTo>
                    <a:pt x="0" y="250"/>
                    <a:pt x="71" y="322"/>
                    <a:pt x="155" y="322"/>
                  </a:cubicBezTo>
                  <a:lnTo>
                    <a:pt x="1262" y="322"/>
                  </a:lnTo>
                  <a:cubicBezTo>
                    <a:pt x="1345" y="322"/>
                    <a:pt x="1429" y="250"/>
                    <a:pt x="1429" y="167"/>
                  </a:cubicBezTo>
                  <a:cubicBezTo>
                    <a:pt x="1429" y="72"/>
                    <a:pt x="1345" y="0"/>
                    <a:pt x="126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9718;p62">
              <a:extLst>
                <a:ext uri="{FF2B5EF4-FFF2-40B4-BE49-F238E27FC236}">
                  <a16:creationId xmlns:a16="http://schemas.microsoft.com/office/drawing/2014/main" id="{947C375B-E86A-36A5-CCDB-D528D0779805}"/>
                </a:ext>
              </a:extLst>
            </p:cNvPr>
            <p:cNvSpPr/>
            <p:nvPr/>
          </p:nvSpPr>
          <p:spPr>
            <a:xfrm>
              <a:off x="7835592" y="4030859"/>
              <a:ext cx="45131" cy="10248"/>
            </a:xfrm>
            <a:custGeom>
              <a:avLst/>
              <a:gdLst/>
              <a:ahLst/>
              <a:cxnLst/>
              <a:rect l="l" t="t" r="r" b="b"/>
              <a:pathLst>
                <a:path w="1418" h="322" extrusionOk="0">
                  <a:moveTo>
                    <a:pt x="155" y="0"/>
                  </a:moveTo>
                  <a:cubicBezTo>
                    <a:pt x="72" y="0"/>
                    <a:pt x="1" y="72"/>
                    <a:pt x="1" y="167"/>
                  </a:cubicBezTo>
                  <a:cubicBezTo>
                    <a:pt x="1" y="250"/>
                    <a:pt x="72" y="322"/>
                    <a:pt x="155" y="322"/>
                  </a:cubicBezTo>
                  <a:lnTo>
                    <a:pt x="1263" y="322"/>
                  </a:lnTo>
                  <a:cubicBezTo>
                    <a:pt x="1346" y="322"/>
                    <a:pt x="1418" y="250"/>
                    <a:pt x="1418" y="167"/>
                  </a:cubicBezTo>
                  <a:cubicBezTo>
                    <a:pt x="1418" y="72"/>
                    <a:pt x="1346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9719;p62">
              <a:extLst>
                <a:ext uri="{FF2B5EF4-FFF2-40B4-BE49-F238E27FC236}">
                  <a16:creationId xmlns:a16="http://schemas.microsoft.com/office/drawing/2014/main" id="{65677A43-6DFF-D821-3256-D8089057C856}"/>
                </a:ext>
              </a:extLst>
            </p:cNvPr>
            <p:cNvSpPr/>
            <p:nvPr/>
          </p:nvSpPr>
          <p:spPr>
            <a:xfrm>
              <a:off x="7672667" y="4077073"/>
              <a:ext cx="45481" cy="10662"/>
            </a:xfrm>
            <a:custGeom>
              <a:avLst/>
              <a:gdLst/>
              <a:ahLst/>
              <a:cxnLst/>
              <a:rect l="l" t="t" r="r" b="b"/>
              <a:pathLst>
                <a:path w="1429" h="335" extrusionOk="0">
                  <a:moveTo>
                    <a:pt x="155" y="1"/>
                  </a:moveTo>
                  <a:cubicBezTo>
                    <a:pt x="71" y="1"/>
                    <a:pt x="0" y="84"/>
                    <a:pt x="0" y="168"/>
                  </a:cubicBezTo>
                  <a:cubicBezTo>
                    <a:pt x="0" y="263"/>
                    <a:pt x="71" y="334"/>
                    <a:pt x="155" y="334"/>
                  </a:cubicBezTo>
                  <a:lnTo>
                    <a:pt x="1262" y="334"/>
                  </a:lnTo>
                  <a:cubicBezTo>
                    <a:pt x="1345" y="334"/>
                    <a:pt x="1429" y="263"/>
                    <a:pt x="1429" y="168"/>
                  </a:cubicBezTo>
                  <a:cubicBezTo>
                    <a:pt x="1429" y="84"/>
                    <a:pt x="1345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9720;p62">
              <a:extLst>
                <a:ext uri="{FF2B5EF4-FFF2-40B4-BE49-F238E27FC236}">
                  <a16:creationId xmlns:a16="http://schemas.microsoft.com/office/drawing/2014/main" id="{B62A5765-522C-BAF4-BFE6-F9AFDF3CDE5C}"/>
                </a:ext>
              </a:extLst>
            </p:cNvPr>
            <p:cNvSpPr/>
            <p:nvPr/>
          </p:nvSpPr>
          <p:spPr>
            <a:xfrm>
              <a:off x="7754113" y="4077073"/>
              <a:ext cx="45513" cy="10662"/>
            </a:xfrm>
            <a:custGeom>
              <a:avLst/>
              <a:gdLst/>
              <a:ahLst/>
              <a:cxnLst/>
              <a:rect l="l" t="t" r="r" b="b"/>
              <a:pathLst>
                <a:path w="1430" h="335" extrusionOk="0">
                  <a:moveTo>
                    <a:pt x="156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6" y="334"/>
                  </a:cubicBezTo>
                  <a:lnTo>
                    <a:pt x="1263" y="334"/>
                  </a:lnTo>
                  <a:cubicBezTo>
                    <a:pt x="1346" y="334"/>
                    <a:pt x="1430" y="263"/>
                    <a:pt x="1430" y="168"/>
                  </a:cubicBezTo>
                  <a:cubicBezTo>
                    <a:pt x="1430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9721;p62">
              <a:extLst>
                <a:ext uri="{FF2B5EF4-FFF2-40B4-BE49-F238E27FC236}">
                  <a16:creationId xmlns:a16="http://schemas.microsoft.com/office/drawing/2014/main" id="{B90F3C7D-7C55-8A4A-E30F-B9C5F15D5C72}"/>
                </a:ext>
              </a:extLst>
            </p:cNvPr>
            <p:cNvSpPr/>
            <p:nvPr/>
          </p:nvSpPr>
          <p:spPr>
            <a:xfrm>
              <a:off x="7835592" y="4077073"/>
              <a:ext cx="45131" cy="10662"/>
            </a:xfrm>
            <a:custGeom>
              <a:avLst/>
              <a:gdLst/>
              <a:ahLst/>
              <a:cxnLst/>
              <a:rect l="l" t="t" r="r" b="b"/>
              <a:pathLst>
                <a:path w="1418" h="335" extrusionOk="0">
                  <a:moveTo>
                    <a:pt x="155" y="1"/>
                  </a:moveTo>
                  <a:cubicBezTo>
                    <a:pt x="72" y="1"/>
                    <a:pt x="1" y="84"/>
                    <a:pt x="1" y="168"/>
                  </a:cubicBezTo>
                  <a:cubicBezTo>
                    <a:pt x="1" y="263"/>
                    <a:pt x="72" y="334"/>
                    <a:pt x="155" y="334"/>
                  </a:cubicBezTo>
                  <a:lnTo>
                    <a:pt x="1263" y="334"/>
                  </a:lnTo>
                  <a:cubicBezTo>
                    <a:pt x="1346" y="334"/>
                    <a:pt x="1418" y="263"/>
                    <a:pt x="1418" y="168"/>
                  </a:cubicBezTo>
                  <a:cubicBezTo>
                    <a:pt x="1418" y="84"/>
                    <a:pt x="1346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9722;p62">
              <a:extLst>
                <a:ext uri="{FF2B5EF4-FFF2-40B4-BE49-F238E27FC236}">
                  <a16:creationId xmlns:a16="http://schemas.microsoft.com/office/drawing/2014/main" id="{D21BB981-7669-A359-6E7F-59168102D21B}"/>
                </a:ext>
              </a:extLst>
            </p:cNvPr>
            <p:cNvSpPr/>
            <p:nvPr/>
          </p:nvSpPr>
          <p:spPr>
            <a:xfrm>
              <a:off x="7672667" y="3972583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7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5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22"/>
                  </a:lnTo>
                  <a:cubicBezTo>
                    <a:pt x="452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22"/>
                  </a:cubicBezTo>
                  <a:lnTo>
                    <a:pt x="1393" y="295"/>
                  </a:lnTo>
                  <a:cubicBezTo>
                    <a:pt x="1453" y="224"/>
                    <a:pt x="1453" y="117"/>
                    <a:pt x="1381" y="45"/>
                  </a:cubicBezTo>
                  <a:cubicBezTo>
                    <a:pt x="1351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9723;p62">
              <a:extLst>
                <a:ext uri="{FF2B5EF4-FFF2-40B4-BE49-F238E27FC236}">
                  <a16:creationId xmlns:a16="http://schemas.microsoft.com/office/drawing/2014/main" id="{6D6233A2-3447-B27D-E49E-464D8A4F1E1C}"/>
                </a:ext>
              </a:extLst>
            </p:cNvPr>
            <p:cNvSpPr/>
            <p:nvPr/>
          </p:nvSpPr>
          <p:spPr>
            <a:xfrm>
              <a:off x="7835592" y="3972583"/>
              <a:ext cx="45895" cy="34055"/>
            </a:xfrm>
            <a:custGeom>
              <a:avLst/>
              <a:gdLst/>
              <a:ahLst/>
              <a:cxnLst/>
              <a:rect l="l" t="t" r="r" b="b"/>
              <a:pathLst>
                <a:path w="1442" h="1070" extrusionOk="0">
                  <a:moveTo>
                    <a:pt x="1263" y="1"/>
                  </a:moveTo>
                  <a:cubicBezTo>
                    <a:pt x="1218" y="1"/>
                    <a:pt x="1173" y="16"/>
                    <a:pt x="1144" y="45"/>
                  </a:cubicBezTo>
                  <a:lnTo>
                    <a:pt x="536" y="653"/>
                  </a:lnTo>
                  <a:lnTo>
                    <a:pt x="298" y="415"/>
                  </a:lnTo>
                  <a:cubicBezTo>
                    <a:pt x="269" y="385"/>
                    <a:pt x="224" y="370"/>
                    <a:pt x="179" y="370"/>
                  </a:cubicBezTo>
                  <a:cubicBezTo>
                    <a:pt x="135" y="370"/>
                    <a:pt x="90" y="385"/>
                    <a:pt x="60" y="415"/>
                  </a:cubicBezTo>
                  <a:cubicBezTo>
                    <a:pt x="1" y="474"/>
                    <a:pt x="1" y="593"/>
                    <a:pt x="60" y="653"/>
                  </a:cubicBezTo>
                  <a:lnTo>
                    <a:pt x="429" y="1022"/>
                  </a:lnTo>
                  <a:cubicBezTo>
                    <a:pt x="453" y="1057"/>
                    <a:pt x="501" y="1069"/>
                    <a:pt x="548" y="1069"/>
                  </a:cubicBezTo>
                  <a:cubicBezTo>
                    <a:pt x="596" y="1069"/>
                    <a:pt x="632" y="1057"/>
                    <a:pt x="667" y="1022"/>
                  </a:cubicBezTo>
                  <a:lnTo>
                    <a:pt x="1394" y="295"/>
                  </a:lnTo>
                  <a:cubicBezTo>
                    <a:pt x="1441" y="224"/>
                    <a:pt x="1441" y="117"/>
                    <a:pt x="1382" y="45"/>
                  </a:cubicBezTo>
                  <a:cubicBezTo>
                    <a:pt x="1352" y="16"/>
                    <a:pt x="1307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9724;p62">
              <a:extLst>
                <a:ext uri="{FF2B5EF4-FFF2-40B4-BE49-F238E27FC236}">
                  <a16:creationId xmlns:a16="http://schemas.microsoft.com/office/drawing/2014/main" id="{F1AB9EC9-EF0A-E905-3893-23EF41ECF9E9}"/>
                </a:ext>
              </a:extLst>
            </p:cNvPr>
            <p:cNvSpPr/>
            <p:nvPr/>
          </p:nvSpPr>
          <p:spPr>
            <a:xfrm>
              <a:off x="7754113" y="4019592"/>
              <a:ext cx="46277" cy="34024"/>
            </a:xfrm>
            <a:custGeom>
              <a:avLst/>
              <a:gdLst/>
              <a:ahLst/>
              <a:cxnLst/>
              <a:rect l="l" t="t" r="r" b="b"/>
              <a:pathLst>
                <a:path w="1454" h="1069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52"/>
                  </a:lnTo>
                  <a:lnTo>
                    <a:pt x="299" y="414"/>
                  </a:lnTo>
                  <a:cubicBezTo>
                    <a:pt x="269" y="384"/>
                    <a:pt x="224" y="369"/>
                    <a:pt x="179" y="369"/>
                  </a:cubicBezTo>
                  <a:cubicBezTo>
                    <a:pt x="135" y="369"/>
                    <a:pt x="90" y="384"/>
                    <a:pt x="60" y="414"/>
                  </a:cubicBezTo>
                  <a:cubicBezTo>
                    <a:pt x="1" y="473"/>
                    <a:pt x="1" y="593"/>
                    <a:pt x="60" y="652"/>
                  </a:cubicBezTo>
                  <a:lnTo>
                    <a:pt x="429" y="1021"/>
                  </a:lnTo>
                  <a:cubicBezTo>
                    <a:pt x="453" y="1057"/>
                    <a:pt x="501" y="1069"/>
                    <a:pt x="549" y="1069"/>
                  </a:cubicBezTo>
                  <a:cubicBezTo>
                    <a:pt x="596" y="1069"/>
                    <a:pt x="632" y="1057"/>
                    <a:pt x="668" y="1021"/>
                  </a:cubicBezTo>
                  <a:lnTo>
                    <a:pt x="1394" y="295"/>
                  </a:lnTo>
                  <a:cubicBezTo>
                    <a:pt x="1453" y="200"/>
                    <a:pt x="1453" y="104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9725;p62">
              <a:extLst>
                <a:ext uri="{FF2B5EF4-FFF2-40B4-BE49-F238E27FC236}">
                  <a16:creationId xmlns:a16="http://schemas.microsoft.com/office/drawing/2014/main" id="{53D433A5-5FEE-12A0-FFE3-23F66719F1FA}"/>
                </a:ext>
              </a:extLst>
            </p:cNvPr>
            <p:cNvSpPr/>
            <p:nvPr/>
          </p:nvSpPr>
          <p:spPr>
            <a:xfrm>
              <a:off x="7591188" y="4065806"/>
              <a:ext cx="46245" cy="34055"/>
            </a:xfrm>
            <a:custGeom>
              <a:avLst/>
              <a:gdLst/>
              <a:ahLst/>
              <a:cxnLst/>
              <a:rect l="l" t="t" r="r" b="b"/>
              <a:pathLst>
                <a:path w="1453" h="1070" extrusionOk="0">
                  <a:moveTo>
                    <a:pt x="1262" y="1"/>
                  </a:moveTo>
                  <a:cubicBezTo>
                    <a:pt x="1218" y="1"/>
                    <a:pt x="1173" y="16"/>
                    <a:pt x="1143" y="45"/>
                  </a:cubicBezTo>
                  <a:lnTo>
                    <a:pt x="536" y="653"/>
                  </a:lnTo>
                  <a:lnTo>
                    <a:pt x="298" y="414"/>
                  </a:lnTo>
                  <a:cubicBezTo>
                    <a:pt x="268" y="385"/>
                    <a:pt x="223" y="370"/>
                    <a:pt x="179" y="370"/>
                  </a:cubicBezTo>
                  <a:cubicBezTo>
                    <a:pt x="134" y="370"/>
                    <a:pt x="89" y="385"/>
                    <a:pt x="60" y="414"/>
                  </a:cubicBezTo>
                  <a:cubicBezTo>
                    <a:pt x="0" y="474"/>
                    <a:pt x="0" y="593"/>
                    <a:pt x="60" y="653"/>
                  </a:cubicBezTo>
                  <a:lnTo>
                    <a:pt x="429" y="1034"/>
                  </a:lnTo>
                  <a:cubicBezTo>
                    <a:pt x="453" y="1057"/>
                    <a:pt x="500" y="1069"/>
                    <a:pt x="548" y="1069"/>
                  </a:cubicBezTo>
                  <a:cubicBezTo>
                    <a:pt x="595" y="1069"/>
                    <a:pt x="631" y="1057"/>
                    <a:pt x="667" y="1034"/>
                  </a:cubicBezTo>
                  <a:lnTo>
                    <a:pt x="1393" y="295"/>
                  </a:lnTo>
                  <a:cubicBezTo>
                    <a:pt x="1453" y="224"/>
                    <a:pt x="1453" y="105"/>
                    <a:pt x="1381" y="45"/>
                  </a:cubicBezTo>
                  <a:cubicBezTo>
                    <a:pt x="1352" y="16"/>
                    <a:pt x="1307" y="1"/>
                    <a:pt x="1262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9726;p62">
              <a:extLst>
                <a:ext uri="{FF2B5EF4-FFF2-40B4-BE49-F238E27FC236}">
                  <a16:creationId xmlns:a16="http://schemas.microsoft.com/office/drawing/2014/main" id="{15102A54-A5AF-AA26-C3BE-CC13CDA5EA8E}"/>
                </a:ext>
              </a:extLst>
            </p:cNvPr>
            <p:cNvSpPr/>
            <p:nvPr/>
          </p:nvSpPr>
          <p:spPr>
            <a:xfrm>
              <a:off x="7754113" y="3925988"/>
              <a:ext cx="46277" cy="34406"/>
            </a:xfrm>
            <a:custGeom>
              <a:avLst/>
              <a:gdLst/>
              <a:ahLst/>
              <a:cxnLst/>
              <a:rect l="l" t="t" r="r" b="b"/>
              <a:pathLst>
                <a:path w="1454" h="1081" extrusionOk="0">
                  <a:moveTo>
                    <a:pt x="1263" y="0"/>
                  </a:moveTo>
                  <a:cubicBezTo>
                    <a:pt x="1218" y="0"/>
                    <a:pt x="1174" y="15"/>
                    <a:pt x="1144" y="45"/>
                  </a:cubicBezTo>
                  <a:lnTo>
                    <a:pt x="537" y="664"/>
                  </a:lnTo>
                  <a:lnTo>
                    <a:pt x="299" y="426"/>
                  </a:lnTo>
                  <a:cubicBezTo>
                    <a:pt x="269" y="396"/>
                    <a:pt x="224" y="381"/>
                    <a:pt x="179" y="381"/>
                  </a:cubicBezTo>
                  <a:cubicBezTo>
                    <a:pt x="135" y="381"/>
                    <a:pt x="90" y="396"/>
                    <a:pt x="60" y="426"/>
                  </a:cubicBezTo>
                  <a:cubicBezTo>
                    <a:pt x="1" y="486"/>
                    <a:pt x="1" y="605"/>
                    <a:pt x="60" y="664"/>
                  </a:cubicBezTo>
                  <a:lnTo>
                    <a:pt x="429" y="1033"/>
                  </a:lnTo>
                  <a:cubicBezTo>
                    <a:pt x="453" y="1057"/>
                    <a:pt x="501" y="1081"/>
                    <a:pt x="549" y="1081"/>
                  </a:cubicBezTo>
                  <a:cubicBezTo>
                    <a:pt x="596" y="1081"/>
                    <a:pt x="632" y="1057"/>
                    <a:pt x="668" y="1033"/>
                  </a:cubicBezTo>
                  <a:lnTo>
                    <a:pt x="1394" y="307"/>
                  </a:lnTo>
                  <a:cubicBezTo>
                    <a:pt x="1453" y="224"/>
                    <a:pt x="1453" y="128"/>
                    <a:pt x="1382" y="45"/>
                  </a:cubicBezTo>
                  <a:cubicBezTo>
                    <a:pt x="1352" y="15"/>
                    <a:pt x="1308" y="0"/>
                    <a:pt x="1263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0" name="Google Shape;9736;p62">
            <a:extLst>
              <a:ext uri="{FF2B5EF4-FFF2-40B4-BE49-F238E27FC236}">
                <a16:creationId xmlns:a16="http://schemas.microsoft.com/office/drawing/2014/main" id="{E2603761-3E10-2B92-DEA5-677F51BA390B}"/>
              </a:ext>
            </a:extLst>
          </p:cNvPr>
          <p:cNvGrpSpPr/>
          <p:nvPr/>
        </p:nvGrpSpPr>
        <p:grpSpPr>
          <a:xfrm>
            <a:off x="8733844" y="3697370"/>
            <a:ext cx="1070469" cy="941481"/>
            <a:chOff x="5778676" y="3826972"/>
            <a:chExt cx="349052" cy="313055"/>
          </a:xfrm>
          <a:solidFill>
            <a:srgbClr val="1C60A9"/>
          </a:solidFill>
        </p:grpSpPr>
        <p:sp>
          <p:nvSpPr>
            <p:cNvPr id="41" name="Google Shape;9737;p62">
              <a:extLst>
                <a:ext uri="{FF2B5EF4-FFF2-40B4-BE49-F238E27FC236}">
                  <a16:creationId xmlns:a16="http://schemas.microsoft.com/office/drawing/2014/main" id="{79568E75-18A2-FCC4-F010-7EA86F8613D5}"/>
                </a:ext>
              </a:extLst>
            </p:cNvPr>
            <p:cNvSpPr/>
            <p:nvPr/>
          </p:nvSpPr>
          <p:spPr>
            <a:xfrm>
              <a:off x="5923045" y="3890659"/>
              <a:ext cx="27690" cy="48155"/>
            </a:xfrm>
            <a:custGeom>
              <a:avLst/>
              <a:gdLst/>
              <a:ahLst/>
              <a:cxnLst/>
              <a:rect l="l" t="t" r="r" b="b"/>
              <a:pathLst>
                <a:path w="870" h="1513" extrusionOk="0">
                  <a:moveTo>
                    <a:pt x="406" y="286"/>
                  </a:moveTo>
                  <a:lnTo>
                    <a:pt x="406" y="560"/>
                  </a:lnTo>
                  <a:cubicBezTo>
                    <a:pt x="299" y="524"/>
                    <a:pt x="251" y="488"/>
                    <a:pt x="251" y="417"/>
                  </a:cubicBezTo>
                  <a:cubicBezTo>
                    <a:pt x="251" y="345"/>
                    <a:pt x="334" y="298"/>
                    <a:pt x="406" y="286"/>
                  </a:cubicBezTo>
                  <a:close/>
                  <a:moveTo>
                    <a:pt x="513" y="845"/>
                  </a:moveTo>
                  <a:cubicBezTo>
                    <a:pt x="632" y="893"/>
                    <a:pt x="644" y="953"/>
                    <a:pt x="644" y="1012"/>
                  </a:cubicBezTo>
                  <a:cubicBezTo>
                    <a:pt x="644" y="1119"/>
                    <a:pt x="584" y="1155"/>
                    <a:pt x="513" y="1179"/>
                  </a:cubicBezTo>
                  <a:lnTo>
                    <a:pt x="513" y="845"/>
                  </a:lnTo>
                  <a:close/>
                  <a:moveTo>
                    <a:pt x="465" y="0"/>
                  </a:moveTo>
                  <a:cubicBezTo>
                    <a:pt x="441" y="0"/>
                    <a:pt x="406" y="12"/>
                    <a:pt x="406" y="48"/>
                  </a:cubicBezTo>
                  <a:lnTo>
                    <a:pt x="406" y="83"/>
                  </a:lnTo>
                  <a:cubicBezTo>
                    <a:pt x="179" y="119"/>
                    <a:pt x="48" y="238"/>
                    <a:pt x="48" y="441"/>
                  </a:cubicBezTo>
                  <a:cubicBezTo>
                    <a:pt x="48" y="667"/>
                    <a:pt x="215" y="738"/>
                    <a:pt x="406" y="810"/>
                  </a:cubicBezTo>
                  <a:lnTo>
                    <a:pt x="406" y="1191"/>
                  </a:lnTo>
                  <a:cubicBezTo>
                    <a:pt x="299" y="1167"/>
                    <a:pt x="251" y="1143"/>
                    <a:pt x="168" y="1072"/>
                  </a:cubicBezTo>
                  <a:cubicBezTo>
                    <a:pt x="149" y="1058"/>
                    <a:pt x="132" y="1051"/>
                    <a:pt x="116" y="1051"/>
                  </a:cubicBezTo>
                  <a:cubicBezTo>
                    <a:pt x="92" y="1051"/>
                    <a:pt x="70" y="1067"/>
                    <a:pt x="48" y="1095"/>
                  </a:cubicBezTo>
                  <a:cubicBezTo>
                    <a:pt x="1" y="1155"/>
                    <a:pt x="1" y="1215"/>
                    <a:pt x="48" y="1262"/>
                  </a:cubicBezTo>
                  <a:cubicBezTo>
                    <a:pt x="120" y="1357"/>
                    <a:pt x="275" y="1417"/>
                    <a:pt x="406" y="1417"/>
                  </a:cubicBezTo>
                  <a:lnTo>
                    <a:pt x="406" y="1476"/>
                  </a:lnTo>
                  <a:cubicBezTo>
                    <a:pt x="406" y="1500"/>
                    <a:pt x="441" y="1512"/>
                    <a:pt x="465" y="1512"/>
                  </a:cubicBezTo>
                  <a:cubicBezTo>
                    <a:pt x="501" y="1512"/>
                    <a:pt x="525" y="1500"/>
                    <a:pt x="525" y="1476"/>
                  </a:cubicBezTo>
                  <a:lnTo>
                    <a:pt x="525" y="1417"/>
                  </a:lnTo>
                  <a:cubicBezTo>
                    <a:pt x="715" y="1381"/>
                    <a:pt x="870" y="1262"/>
                    <a:pt x="870" y="1024"/>
                  </a:cubicBezTo>
                  <a:cubicBezTo>
                    <a:pt x="870" y="774"/>
                    <a:pt x="739" y="679"/>
                    <a:pt x="525" y="607"/>
                  </a:cubicBezTo>
                  <a:lnTo>
                    <a:pt x="525" y="286"/>
                  </a:lnTo>
                  <a:cubicBezTo>
                    <a:pt x="572" y="286"/>
                    <a:pt x="596" y="298"/>
                    <a:pt x="656" y="322"/>
                  </a:cubicBezTo>
                  <a:cubicBezTo>
                    <a:pt x="682" y="335"/>
                    <a:pt x="713" y="352"/>
                    <a:pt x="745" y="352"/>
                  </a:cubicBezTo>
                  <a:cubicBezTo>
                    <a:pt x="770" y="352"/>
                    <a:pt x="796" y="341"/>
                    <a:pt x="822" y="310"/>
                  </a:cubicBezTo>
                  <a:cubicBezTo>
                    <a:pt x="858" y="262"/>
                    <a:pt x="870" y="202"/>
                    <a:pt x="810" y="155"/>
                  </a:cubicBezTo>
                  <a:cubicBezTo>
                    <a:pt x="739" y="107"/>
                    <a:pt x="620" y="83"/>
                    <a:pt x="525" y="83"/>
                  </a:cubicBezTo>
                  <a:lnTo>
                    <a:pt x="525" y="48"/>
                  </a:lnTo>
                  <a:cubicBezTo>
                    <a:pt x="525" y="12"/>
                    <a:pt x="501" y="0"/>
                    <a:pt x="465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9738;p62">
              <a:extLst>
                <a:ext uri="{FF2B5EF4-FFF2-40B4-BE49-F238E27FC236}">
                  <a16:creationId xmlns:a16="http://schemas.microsoft.com/office/drawing/2014/main" id="{9C891B2B-F43A-36CB-AA26-49E529332AD1}"/>
                </a:ext>
              </a:extLst>
            </p:cNvPr>
            <p:cNvSpPr/>
            <p:nvPr/>
          </p:nvSpPr>
          <p:spPr>
            <a:xfrm>
              <a:off x="5976866" y="3843268"/>
              <a:ext cx="80364" cy="80364"/>
            </a:xfrm>
            <a:custGeom>
              <a:avLst/>
              <a:gdLst/>
              <a:ahLst/>
              <a:cxnLst/>
              <a:rect l="l" t="t" r="r" b="b"/>
              <a:pathLst>
                <a:path w="2525" h="2525" extrusionOk="0">
                  <a:moveTo>
                    <a:pt x="1263" y="310"/>
                  </a:moveTo>
                  <a:cubicBezTo>
                    <a:pt x="1786" y="310"/>
                    <a:pt x="2215" y="739"/>
                    <a:pt x="2215" y="1263"/>
                  </a:cubicBezTo>
                  <a:cubicBezTo>
                    <a:pt x="2215" y="1787"/>
                    <a:pt x="1798" y="2215"/>
                    <a:pt x="1263" y="2215"/>
                  </a:cubicBezTo>
                  <a:cubicBezTo>
                    <a:pt x="739" y="2215"/>
                    <a:pt x="310" y="1787"/>
                    <a:pt x="310" y="1263"/>
                  </a:cubicBezTo>
                  <a:cubicBezTo>
                    <a:pt x="310" y="739"/>
                    <a:pt x="739" y="310"/>
                    <a:pt x="1263" y="310"/>
                  </a:cubicBezTo>
                  <a:close/>
                  <a:moveTo>
                    <a:pt x="1263" y="1"/>
                  </a:moveTo>
                  <a:cubicBezTo>
                    <a:pt x="560" y="1"/>
                    <a:pt x="1" y="560"/>
                    <a:pt x="1" y="1263"/>
                  </a:cubicBezTo>
                  <a:cubicBezTo>
                    <a:pt x="1" y="1965"/>
                    <a:pt x="560" y="2525"/>
                    <a:pt x="1263" y="2525"/>
                  </a:cubicBezTo>
                  <a:cubicBezTo>
                    <a:pt x="1965" y="2525"/>
                    <a:pt x="2525" y="1965"/>
                    <a:pt x="2525" y="1263"/>
                  </a:cubicBezTo>
                  <a:cubicBezTo>
                    <a:pt x="2525" y="560"/>
                    <a:pt x="1965" y="1"/>
                    <a:pt x="1263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9739;p62">
              <a:extLst>
                <a:ext uri="{FF2B5EF4-FFF2-40B4-BE49-F238E27FC236}">
                  <a16:creationId xmlns:a16="http://schemas.microsoft.com/office/drawing/2014/main" id="{4FA8796F-BBC7-C687-4387-142074A23721}"/>
                </a:ext>
              </a:extLst>
            </p:cNvPr>
            <p:cNvSpPr/>
            <p:nvPr/>
          </p:nvSpPr>
          <p:spPr>
            <a:xfrm>
              <a:off x="5879473" y="3826972"/>
              <a:ext cx="193288" cy="144051"/>
            </a:xfrm>
            <a:custGeom>
              <a:avLst/>
              <a:gdLst/>
              <a:ahLst/>
              <a:cxnLst/>
              <a:rect l="l" t="t" r="r" b="b"/>
              <a:pathLst>
                <a:path w="6073" h="4526" extrusionOk="0">
                  <a:moveTo>
                    <a:pt x="1798" y="1775"/>
                  </a:moveTo>
                  <a:cubicBezTo>
                    <a:pt x="2132" y="1775"/>
                    <a:pt x="2430" y="1942"/>
                    <a:pt x="2596" y="2192"/>
                  </a:cubicBezTo>
                  <a:cubicBezTo>
                    <a:pt x="2620" y="2346"/>
                    <a:pt x="2680" y="2477"/>
                    <a:pt x="2739" y="2608"/>
                  </a:cubicBezTo>
                  <a:cubicBezTo>
                    <a:pt x="2739" y="2656"/>
                    <a:pt x="2751" y="2704"/>
                    <a:pt x="2751" y="2727"/>
                  </a:cubicBezTo>
                  <a:cubicBezTo>
                    <a:pt x="2751" y="3251"/>
                    <a:pt x="2322" y="3680"/>
                    <a:pt x="1798" y="3680"/>
                  </a:cubicBezTo>
                  <a:cubicBezTo>
                    <a:pt x="1287" y="3680"/>
                    <a:pt x="846" y="3251"/>
                    <a:pt x="846" y="2727"/>
                  </a:cubicBezTo>
                  <a:cubicBezTo>
                    <a:pt x="846" y="2203"/>
                    <a:pt x="1287" y="1775"/>
                    <a:pt x="1798" y="1775"/>
                  </a:cubicBezTo>
                  <a:close/>
                  <a:moveTo>
                    <a:pt x="1810" y="1251"/>
                  </a:moveTo>
                  <a:cubicBezTo>
                    <a:pt x="2072" y="1251"/>
                    <a:pt x="2334" y="1334"/>
                    <a:pt x="2560" y="1465"/>
                  </a:cubicBezTo>
                  <a:cubicBezTo>
                    <a:pt x="2549" y="1537"/>
                    <a:pt x="2549" y="1632"/>
                    <a:pt x="2537" y="1692"/>
                  </a:cubicBezTo>
                  <a:cubicBezTo>
                    <a:pt x="2322" y="1537"/>
                    <a:pt x="2072" y="1453"/>
                    <a:pt x="1787" y="1453"/>
                  </a:cubicBezTo>
                  <a:cubicBezTo>
                    <a:pt x="1084" y="1453"/>
                    <a:pt x="525" y="2013"/>
                    <a:pt x="525" y="2715"/>
                  </a:cubicBezTo>
                  <a:cubicBezTo>
                    <a:pt x="525" y="3418"/>
                    <a:pt x="1084" y="3978"/>
                    <a:pt x="1787" y="3978"/>
                  </a:cubicBezTo>
                  <a:cubicBezTo>
                    <a:pt x="2382" y="3978"/>
                    <a:pt x="2894" y="3561"/>
                    <a:pt x="3025" y="3001"/>
                  </a:cubicBezTo>
                  <a:lnTo>
                    <a:pt x="3192" y="3156"/>
                  </a:lnTo>
                  <a:cubicBezTo>
                    <a:pt x="3025" y="3775"/>
                    <a:pt x="2465" y="4204"/>
                    <a:pt x="1810" y="4204"/>
                  </a:cubicBezTo>
                  <a:cubicBezTo>
                    <a:pt x="1001" y="4204"/>
                    <a:pt x="334" y="3549"/>
                    <a:pt x="334" y="2727"/>
                  </a:cubicBezTo>
                  <a:cubicBezTo>
                    <a:pt x="334" y="1906"/>
                    <a:pt x="989" y="1251"/>
                    <a:pt x="1810" y="1251"/>
                  </a:cubicBezTo>
                  <a:close/>
                  <a:moveTo>
                    <a:pt x="4299" y="1"/>
                  </a:moveTo>
                  <a:cubicBezTo>
                    <a:pt x="3549" y="1"/>
                    <a:pt x="2894" y="501"/>
                    <a:pt x="2632" y="1168"/>
                  </a:cubicBezTo>
                  <a:cubicBezTo>
                    <a:pt x="2382" y="1037"/>
                    <a:pt x="2084" y="953"/>
                    <a:pt x="1787" y="953"/>
                  </a:cubicBezTo>
                  <a:cubicBezTo>
                    <a:pt x="810" y="953"/>
                    <a:pt x="1" y="1763"/>
                    <a:pt x="1" y="2739"/>
                  </a:cubicBezTo>
                  <a:cubicBezTo>
                    <a:pt x="1" y="3727"/>
                    <a:pt x="810" y="4525"/>
                    <a:pt x="1787" y="4525"/>
                  </a:cubicBezTo>
                  <a:cubicBezTo>
                    <a:pt x="2549" y="4525"/>
                    <a:pt x="3203" y="4049"/>
                    <a:pt x="3453" y="3370"/>
                  </a:cubicBezTo>
                  <a:cubicBezTo>
                    <a:pt x="3703" y="3501"/>
                    <a:pt x="3989" y="3573"/>
                    <a:pt x="4299" y="3573"/>
                  </a:cubicBezTo>
                  <a:cubicBezTo>
                    <a:pt x="4704" y="3573"/>
                    <a:pt x="5108" y="3442"/>
                    <a:pt x="5418" y="3192"/>
                  </a:cubicBezTo>
                  <a:cubicBezTo>
                    <a:pt x="5728" y="2942"/>
                    <a:pt x="5954" y="2596"/>
                    <a:pt x="6049" y="2203"/>
                  </a:cubicBezTo>
                  <a:cubicBezTo>
                    <a:pt x="6073" y="2108"/>
                    <a:pt x="6037" y="2013"/>
                    <a:pt x="5942" y="2001"/>
                  </a:cubicBezTo>
                  <a:cubicBezTo>
                    <a:pt x="5932" y="2000"/>
                    <a:pt x="5921" y="1999"/>
                    <a:pt x="5911" y="1999"/>
                  </a:cubicBezTo>
                  <a:cubicBezTo>
                    <a:pt x="5839" y="1999"/>
                    <a:pt x="5772" y="2037"/>
                    <a:pt x="5751" y="2120"/>
                  </a:cubicBezTo>
                  <a:cubicBezTo>
                    <a:pt x="5597" y="2787"/>
                    <a:pt x="5001" y="3251"/>
                    <a:pt x="4323" y="3251"/>
                  </a:cubicBezTo>
                  <a:cubicBezTo>
                    <a:pt x="3787" y="3251"/>
                    <a:pt x="3311" y="2965"/>
                    <a:pt x="3037" y="2501"/>
                  </a:cubicBezTo>
                  <a:cubicBezTo>
                    <a:pt x="3013" y="2358"/>
                    <a:pt x="2953" y="2203"/>
                    <a:pt x="2882" y="2084"/>
                  </a:cubicBezTo>
                  <a:cubicBezTo>
                    <a:pt x="2680" y="1180"/>
                    <a:pt x="3382" y="322"/>
                    <a:pt x="4311" y="322"/>
                  </a:cubicBezTo>
                  <a:cubicBezTo>
                    <a:pt x="4989" y="322"/>
                    <a:pt x="5585" y="775"/>
                    <a:pt x="5739" y="1453"/>
                  </a:cubicBezTo>
                  <a:cubicBezTo>
                    <a:pt x="5750" y="1528"/>
                    <a:pt x="5818" y="1574"/>
                    <a:pt x="5901" y="1574"/>
                  </a:cubicBezTo>
                  <a:cubicBezTo>
                    <a:pt x="5911" y="1574"/>
                    <a:pt x="5920" y="1574"/>
                    <a:pt x="5930" y="1572"/>
                  </a:cubicBezTo>
                  <a:cubicBezTo>
                    <a:pt x="6013" y="1549"/>
                    <a:pt x="6061" y="1465"/>
                    <a:pt x="6049" y="1370"/>
                  </a:cubicBezTo>
                  <a:cubicBezTo>
                    <a:pt x="5954" y="989"/>
                    <a:pt x="5739" y="644"/>
                    <a:pt x="5418" y="394"/>
                  </a:cubicBezTo>
                  <a:cubicBezTo>
                    <a:pt x="5108" y="144"/>
                    <a:pt x="4704" y="1"/>
                    <a:pt x="429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9740;p62">
              <a:extLst>
                <a:ext uri="{FF2B5EF4-FFF2-40B4-BE49-F238E27FC236}">
                  <a16:creationId xmlns:a16="http://schemas.microsoft.com/office/drawing/2014/main" id="{A69A45E0-FFFA-1A8C-F7FE-FE32627C670D}"/>
                </a:ext>
              </a:extLst>
            </p:cNvPr>
            <p:cNvSpPr/>
            <p:nvPr/>
          </p:nvSpPr>
          <p:spPr>
            <a:xfrm>
              <a:off x="6003760" y="3859946"/>
              <a:ext cx="26958" cy="47773"/>
            </a:xfrm>
            <a:custGeom>
              <a:avLst/>
              <a:gdLst/>
              <a:ahLst/>
              <a:cxnLst/>
              <a:rect l="l" t="t" r="r" b="b"/>
              <a:pathLst>
                <a:path w="847" h="1501" extrusionOk="0">
                  <a:moveTo>
                    <a:pt x="382" y="298"/>
                  </a:moveTo>
                  <a:lnTo>
                    <a:pt x="382" y="572"/>
                  </a:lnTo>
                  <a:cubicBezTo>
                    <a:pt x="287" y="536"/>
                    <a:pt x="239" y="501"/>
                    <a:pt x="239" y="429"/>
                  </a:cubicBezTo>
                  <a:cubicBezTo>
                    <a:pt x="239" y="358"/>
                    <a:pt x="310" y="310"/>
                    <a:pt x="382" y="298"/>
                  </a:cubicBezTo>
                  <a:close/>
                  <a:moveTo>
                    <a:pt x="489" y="870"/>
                  </a:moveTo>
                  <a:cubicBezTo>
                    <a:pt x="608" y="917"/>
                    <a:pt x="620" y="977"/>
                    <a:pt x="620" y="1037"/>
                  </a:cubicBezTo>
                  <a:cubicBezTo>
                    <a:pt x="620" y="1132"/>
                    <a:pt x="560" y="1167"/>
                    <a:pt x="489" y="1203"/>
                  </a:cubicBezTo>
                  <a:lnTo>
                    <a:pt x="489" y="870"/>
                  </a:lnTo>
                  <a:close/>
                  <a:moveTo>
                    <a:pt x="441" y="1"/>
                  </a:moveTo>
                  <a:cubicBezTo>
                    <a:pt x="418" y="1"/>
                    <a:pt x="382" y="13"/>
                    <a:pt x="382" y="36"/>
                  </a:cubicBezTo>
                  <a:lnTo>
                    <a:pt x="382" y="84"/>
                  </a:lnTo>
                  <a:cubicBezTo>
                    <a:pt x="156" y="120"/>
                    <a:pt x="25" y="239"/>
                    <a:pt x="25" y="441"/>
                  </a:cubicBezTo>
                  <a:cubicBezTo>
                    <a:pt x="25" y="679"/>
                    <a:pt x="203" y="739"/>
                    <a:pt x="382" y="810"/>
                  </a:cubicBezTo>
                  <a:lnTo>
                    <a:pt x="382" y="1191"/>
                  </a:lnTo>
                  <a:cubicBezTo>
                    <a:pt x="275" y="1167"/>
                    <a:pt x="239" y="1132"/>
                    <a:pt x="144" y="1072"/>
                  </a:cubicBezTo>
                  <a:cubicBezTo>
                    <a:pt x="125" y="1059"/>
                    <a:pt x="108" y="1053"/>
                    <a:pt x="92" y="1053"/>
                  </a:cubicBezTo>
                  <a:cubicBezTo>
                    <a:pt x="37" y="1053"/>
                    <a:pt x="1" y="1121"/>
                    <a:pt x="1" y="1167"/>
                  </a:cubicBezTo>
                  <a:cubicBezTo>
                    <a:pt x="1" y="1203"/>
                    <a:pt x="13" y="1227"/>
                    <a:pt x="25" y="1251"/>
                  </a:cubicBezTo>
                  <a:cubicBezTo>
                    <a:pt x="96" y="1346"/>
                    <a:pt x="251" y="1394"/>
                    <a:pt x="382" y="1394"/>
                  </a:cubicBezTo>
                  <a:lnTo>
                    <a:pt x="382" y="1453"/>
                  </a:lnTo>
                  <a:cubicBezTo>
                    <a:pt x="382" y="1489"/>
                    <a:pt x="418" y="1501"/>
                    <a:pt x="441" y="1501"/>
                  </a:cubicBezTo>
                  <a:cubicBezTo>
                    <a:pt x="477" y="1501"/>
                    <a:pt x="501" y="1489"/>
                    <a:pt x="501" y="1453"/>
                  </a:cubicBezTo>
                  <a:lnTo>
                    <a:pt x="501" y="1394"/>
                  </a:lnTo>
                  <a:cubicBezTo>
                    <a:pt x="703" y="1370"/>
                    <a:pt x="846" y="1251"/>
                    <a:pt x="846" y="1013"/>
                  </a:cubicBezTo>
                  <a:cubicBezTo>
                    <a:pt x="846" y="786"/>
                    <a:pt x="691" y="691"/>
                    <a:pt x="501" y="620"/>
                  </a:cubicBezTo>
                  <a:lnTo>
                    <a:pt x="501" y="298"/>
                  </a:lnTo>
                  <a:cubicBezTo>
                    <a:pt x="584" y="298"/>
                    <a:pt x="608" y="310"/>
                    <a:pt x="680" y="358"/>
                  </a:cubicBezTo>
                  <a:cubicBezTo>
                    <a:pt x="694" y="362"/>
                    <a:pt x="709" y="364"/>
                    <a:pt x="723" y="364"/>
                  </a:cubicBezTo>
                  <a:cubicBezTo>
                    <a:pt x="754" y="364"/>
                    <a:pt x="782" y="351"/>
                    <a:pt x="799" y="310"/>
                  </a:cubicBezTo>
                  <a:cubicBezTo>
                    <a:pt x="834" y="263"/>
                    <a:pt x="846" y="203"/>
                    <a:pt x="787" y="155"/>
                  </a:cubicBezTo>
                  <a:cubicBezTo>
                    <a:pt x="715" y="96"/>
                    <a:pt x="596" y="84"/>
                    <a:pt x="501" y="84"/>
                  </a:cubicBezTo>
                  <a:lnTo>
                    <a:pt x="501" y="36"/>
                  </a:lnTo>
                  <a:cubicBezTo>
                    <a:pt x="501" y="13"/>
                    <a:pt x="477" y="1"/>
                    <a:pt x="44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9741;p62">
              <a:extLst>
                <a:ext uri="{FF2B5EF4-FFF2-40B4-BE49-F238E27FC236}">
                  <a16:creationId xmlns:a16="http://schemas.microsoft.com/office/drawing/2014/main" id="{0B5823C7-331B-730A-5801-81928F531CAB}"/>
                </a:ext>
              </a:extLst>
            </p:cNvPr>
            <p:cNvSpPr/>
            <p:nvPr/>
          </p:nvSpPr>
          <p:spPr>
            <a:xfrm>
              <a:off x="5778676" y="3939865"/>
              <a:ext cx="349052" cy="200163"/>
            </a:xfrm>
            <a:custGeom>
              <a:avLst/>
              <a:gdLst/>
              <a:ahLst/>
              <a:cxnLst/>
              <a:rect l="l" t="t" r="r" b="b"/>
              <a:pathLst>
                <a:path w="10967" h="6289" extrusionOk="0">
                  <a:moveTo>
                    <a:pt x="3483" y="1855"/>
                  </a:moveTo>
                  <a:cubicBezTo>
                    <a:pt x="3500" y="1855"/>
                    <a:pt x="3513" y="1868"/>
                    <a:pt x="3513" y="1895"/>
                  </a:cubicBezTo>
                  <a:cubicBezTo>
                    <a:pt x="3584" y="2074"/>
                    <a:pt x="4573" y="4693"/>
                    <a:pt x="4620" y="4776"/>
                  </a:cubicBezTo>
                  <a:cubicBezTo>
                    <a:pt x="4632" y="4788"/>
                    <a:pt x="4620" y="4824"/>
                    <a:pt x="4584" y="4824"/>
                  </a:cubicBezTo>
                  <a:lnTo>
                    <a:pt x="3882" y="5086"/>
                  </a:lnTo>
                  <a:cubicBezTo>
                    <a:pt x="3846" y="4955"/>
                    <a:pt x="2846" y="2300"/>
                    <a:pt x="2775" y="2133"/>
                  </a:cubicBezTo>
                  <a:lnTo>
                    <a:pt x="3465" y="1859"/>
                  </a:lnTo>
                  <a:cubicBezTo>
                    <a:pt x="3471" y="1856"/>
                    <a:pt x="3477" y="1855"/>
                    <a:pt x="3483" y="1855"/>
                  </a:cubicBezTo>
                  <a:close/>
                  <a:moveTo>
                    <a:pt x="2477" y="2228"/>
                  </a:moveTo>
                  <a:lnTo>
                    <a:pt x="3584" y="5193"/>
                  </a:lnTo>
                  <a:cubicBezTo>
                    <a:pt x="3072" y="5407"/>
                    <a:pt x="1739" y="5907"/>
                    <a:pt x="1513" y="6003"/>
                  </a:cubicBezTo>
                  <a:cubicBezTo>
                    <a:pt x="1507" y="6005"/>
                    <a:pt x="1500" y="6007"/>
                    <a:pt x="1493" y="6007"/>
                  </a:cubicBezTo>
                  <a:cubicBezTo>
                    <a:pt x="1468" y="6007"/>
                    <a:pt x="1438" y="5991"/>
                    <a:pt x="1429" y="5955"/>
                  </a:cubicBezTo>
                  <a:lnTo>
                    <a:pt x="358" y="3109"/>
                  </a:lnTo>
                  <a:cubicBezTo>
                    <a:pt x="346" y="3086"/>
                    <a:pt x="358" y="3038"/>
                    <a:pt x="405" y="3026"/>
                  </a:cubicBezTo>
                  <a:cubicBezTo>
                    <a:pt x="1072" y="2764"/>
                    <a:pt x="2013" y="2407"/>
                    <a:pt x="2477" y="2228"/>
                  </a:cubicBezTo>
                  <a:close/>
                  <a:moveTo>
                    <a:pt x="10060" y="0"/>
                  </a:moveTo>
                  <a:cubicBezTo>
                    <a:pt x="9818" y="0"/>
                    <a:pt x="9583" y="125"/>
                    <a:pt x="9407" y="288"/>
                  </a:cubicBezTo>
                  <a:lnTo>
                    <a:pt x="7728" y="1681"/>
                  </a:lnTo>
                  <a:cubicBezTo>
                    <a:pt x="7632" y="1478"/>
                    <a:pt x="7430" y="1264"/>
                    <a:pt x="7061" y="1264"/>
                  </a:cubicBezTo>
                  <a:cubicBezTo>
                    <a:pt x="6668" y="1264"/>
                    <a:pt x="6361" y="1262"/>
                    <a:pt x="6115" y="1262"/>
                  </a:cubicBezTo>
                  <a:cubicBezTo>
                    <a:pt x="5377" y="1262"/>
                    <a:pt x="5192" y="1276"/>
                    <a:pt x="4906" y="1383"/>
                  </a:cubicBezTo>
                  <a:lnTo>
                    <a:pt x="3834" y="1835"/>
                  </a:lnTo>
                  <a:lnTo>
                    <a:pt x="3822" y="1788"/>
                  </a:lnTo>
                  <a:cubicBezTo>
                    <a:pt x="3766" y="1647"/>
                    <a:pt x="3637" y="1551"/>
                    <a:pt x="3491" y="1551"/>
                  </a:cubicBezTo>
                  <a:cubicBezTo>
                    <a:pt x="3451" y="1551"/>
                    <a:pt x="3411" y="1558"/>
                    <a:pt x="3370" y="1574"/>
                  </a:cubicBezTo>
                  <a:lnTo>
                    <a:pt x="2560" y="1871"/>
                  </a:lnTo>
                  <a:cubicBezTo>
                    <a:pt x="2203" y="2014"/>
                    <a:pt x="1084" y="2431"/>
                    <a:pt x="298" y="2728"/>
                  </a:cubicBezTo>
                  <a:cubicBezTo>
                    <a:pt x="108" y="2800"/>
                    <a:pt x="1" y="3026"/>
                    <a:pt x="72" y="3217"/>
                  </a:cubicBezTo>
                  <a:lnTo>
                    <a:pt x="1144" y="6038"/>
                  </a:lnTo>
                  <a:cubicBezTo>
                    <a:pt x="1199" y="6196"/>
                    <a:pt x="1348" y="6288"/>
                    <a:pt x="1501" y="6288"/>
                  </a:cubicBezTo>
                  <a:cubicBezTo>
                    <a:pt x="1545" y="6288"/>
                    <a:pt x="1589" y="6281"/>
                    <a:pt x="1632" y="6265"/>
                  </a:cubicBezTo>
                  <a:cubicBezTo>
                    <a:pt x="1870" y="6181"/>
                    <a:pt x="3501" y="5562"/>
                    <a:pt x="3858" y="5431"/>
                  </a:cubicBezTo>
                  <a:lnTo>
                    <a:pt x="4704" y="5122"/>
                  </a:lnTo>
                  <a:cubicBezTo>
                    <a:pt x="4882" y="5050"/>
                    <a:pt x="4989" y="4848"/>
                    <a:pt x="4918" y="4657"/>
                  </a:cubicBezTo>
                  <a:lnTo>
                    <a:pt x="4894" y="4622"/>
                  </a:lnTo>
                  <a:cubicBezTo>
                    <a:pt x="5454" y="4383"/>
                    <a:pt x="5466" y="4360"/>
                    <a:pt x="6049" y="4360"/>
                  </a:cubicBezTo>
                  <a:cubicBezTo>
                    <a:pt x="6132" y="4360"/>
                    <a:pt x="6204" y="4288"/>
                    <a:pt x="6204" y="4193"/>
                  </a:cubicBezTo>
                  <a:cubicBezTo>
                    <a:pt x="6204" y="4110"/>
                    <a:pt x="6132" y="4026"/>
                    <a:pt x="6049" y="4026"/>
                  </a:cubicBezTo>
                  <a:cubicBezTo>
                    <a:pt x="5418" y="4026"/>
                    <a:pt x="5358" y="4074"/>
                    <a:pt x="4799" y="4312"/>
                  </a:cubicBezTo>
                  <a:lnTo>
                    <a:pt x="3965" y="2097"/>
                  </a:lnTo>
                  <a:lnTo>
                    <a:pt x="5037" y="1645"/>
                  </a:lnTo>
                  <a:cubicBezTo>
                    <a:pt x="5251" y="1571"/>
                    <a:pt x="5403" y="1559"/>
                    <a:pt x="5989" y="1559"/>
                  </a:cubicBezTo>
                  <a:cubicBezTo>
                    <a:pt x="6250" y="1559"/>
                    <a:pt x="6597" y="1562"/>
                    <a:pt x="7073" y="1562"/>
                  </a:cubicBezTo>
                  <a:cubicBezTo>
                    <a:pt x="7240" y="1562"/>
                    <a:pt x="7359" y="1621"/>
                    <a:pt x="7430" y="1740"/>
                  </a:cubicBezTo>
                  <a:cubicBezTo>
                    <a:pt x="7478" y="1835"/>
                    <a:pt x="7490" y="1919"/>
                    <a:pt x="7502" y="1931"/>
                  </a:cubicBezTo>
                  <a:cubicBezTo>
                    <a:pt x="7502" y="1990"/>
                    <a:pt x="7454" y="2276"/>
                    <a:pt x="7180" y="2336"/>
                  </a:cubicBezTo>
                  <a:cubicBezTo>
                    <a:pt x="6740" y="2407"/>
                    <a:pt x="5823" y="2538"/>
                    <a:pt x="5811" y="2538"/>
                  </a:cubicBezTo>
                  <a:cubicBezTo>
                    <a:pt x="5716" y="2562"/>
                    <a:pt x="5656" y="2633"/>
                    <a:pt x="5668" y="2728"/>
                  </a:cubicBezTo>
                  <a:cubicBezTo>
                    <a:pt x="5692" y="2800"/>
                    <a:pt x="5751" y="2859"/>
                    <a:pt x="5823" y="2859"/>
                  </a:cubicBezTo>
                  <a:lnTo>
                    <a:pt x="5847" y="2859"/>
                  </a:lnTo>
                  <a:cubicBezTo>
                    <a:pt x="5870" y="2859"/>
                    <a:pt x="6787" y="2728"/>
                    <a:pt x="7240" y="2645"/>
                  </a:cubicBezTo>
                  <a:cubicBezTo>
                    <a:pt x="7632" y="2574"/>
                    <a:pt x="7787" y="2240"/>
                    <a:pt x="7811" y="2026"/>
                  </a:cubicBezTo>
                  <a:lnTo>
                    <a:pt x="9633" y="514"/>
                  </a:lnTo>
                  <a:cubicBezTo>
                    <a:pt x="9747" y="415"/>
                    <a:pt x="9895" y="311"/>
                    <a:pt x="10058" y="311"/>
                  </a:cubicBezTo>
                  <a:cubicBezTo>
                    <a:pt x="10151" y="311"/>
                    <a:pt x="10248" y="344"/>
                    <a:pt x="10347" y="431"/>
                  </a:cubicBezTo>
                  <a:cubicBezTo>
                    <a:pt x="10645" y="728"/>
                    <a:pt x="10371" y="1073"/>
                    <a:pt x="10299" y="1145"/>
                  </a:cubicBezTo>
                  <a:cubicBezTo>
                    <a:pt x="10228" y="1216"/>
                    <a:pt x="8013" y="3609"/>
                    <a:pt x="8013" y="3609"/>
                  </a:cubicBezTo>
                  <a:cubicBezTo>
                    <a:pt x="7680" y="3990"/>
                    <a:pt x="7251" y="4050"/>
                    <a:pt x="7073" y="4062"/>
                  </a:cubicBezTo>
                  <a:lnTo>
                    <a:pt x="6787" y="4062"/>
                  </a:lnTo>
                  <a:cubicBezTo>
                    <a:pt x="6704" y="4062"/>
                    <a:pt x="6620" y="4133"/>
                    <a:pt x="6620" y="4229"/>
                  </a:cubicBezTo>
                  <a:cubicBezTo>
                    <a:pt x="6620" y="4312"/>
                    <a:pt x="6704" y="4383"/>
                    <a:pt x="6787" y="4383"/>
                  </a:cubicBezTo>
                  <a:lnTo>
                    <a:pt x="7097" y="4383"/>
                  </a:lnTo>
                  <a:cubicBezTo>
                    <a:pt x="7311" y="4371"/>
                    <a:pt x="7859" y="4300"/>
                    <a:pt x="8264" y="3836"/>
                  </a:cubicBezTo>
                  <a:lnTo>
                    <a:pt x="10550" y="1371"/>
                  </a:lnTo>
                  <a:cubicBezTo>
                    <a:pt x="10728" y="1121"/>
                    <a:pt x="10966" y="621"/>
                    <a:pt x="10550" y="204"/>
                  </a:cubicBezTo>
                  <a:cubicBezTo>
                    <a:pt x="10395" y="59"/>
                    <a:pt x="10226" y="0"/>
                    <a:pt x="1006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8840;p61">
            <a:extLst>
              <a:ext uri="{FF2B5EF4-FFF2-40B4-BE49-F238E27FC236}">
                <a16:creationId xmlns:a16="http://schemas.microsoft.com/office/drawing/2014/main" id="{3AB73C61-2092-CABF-6099-FCAEE939B4EB}"/>
              </a:ext>
            </a:extLst>
          </p:cNvPr>
          <p:cNvGrpSpPr/>
          <p:nvPr/>
        </p:nvGrpSpPr>
        <p:grpSpPr>
          <a:xfrm>
            <a:off x="2951090" y="2987840"/>
            <a:ext cx="1070469" cy="1164538"/>
            <a:chOff x="852385" y="1510916"/>
            <a:chExt cx="353145" cy="351998"/>
          </a:xfrm>
          <a:solidFill>
            <a:srgbClr val="1C60A9"/>
          </a:solidFill>
        </p:grpSpPr>
        <p:sp>
          <p:nvSpPr>
            <p:cNvPr id="47" name="Google Shape;8841;p61">
              <a:extLst>
                <a:ext uri="{FF2B5EF4-FFF2-40B4-BE49-F238E27FC236}">
                  <a16:creationId xmlns:a16="http://schemas.microsoft.com/office/drawing/2014/main" id="{399BFD79-D546-2AA3-BD74-8C4F7EB84765}"/>
                </a:ext>
              </a:extLst>
            </p:cNvPr>
            <p:cNvSpPr/>
            <p:nvPr/>
          </p:nvSpPr>
          <p:spPr>
            <a:xfrm>
              <a:off x="852385" y="1510916"/>
              <a:ext cx="353145" cy="187785"/>
            </a:xfrm>
            <a:custGeom>
              <a:avLst/>
              <a:gdLst/>
              <a:ahLst/>
              <a:cxnLst/>
              <a:rect l="l" t="t" r="r" b="b"/>
              <a:pathLst>
                <a:path w="11086" h="5895" extrusionOk="0">
                  <a:moveTo>
                    <a:pt x="6145" y="334"/>
                  </a:moveTo>
                  <a:lnTo>
                    <a:pt x="6145" y="703"/>
                  </a:lnTo>
                  <a:lnTo>
                    <a:pt x="4942" y="703"/>
                  </a:lnTo>
                  <a:lnTo>
                    <a:pt x="4942" y="334"/>
                  </a:lnTo>
                  <a:close/>
                  <a:moveTo>
                    <a:pt x="10764" y="1025"/>
                  </a:moveTo>
                  <a:lnTo>
                    <a:pt x="10764" y="1596"/>
                  </a:lnTo>
                  <a:lnTo>
                    <a:pt x="346" y="1596"/>
                  </a:lnTo>
                  <a:lnTo>
                    <a:pt x="346" y="1025"/>
                  </a:lnTo>
                  <a:close/>
                  <a:moveTo>
                    <a:pt x="4775" y="1"/>
                  </a:moveTo>
                  <a:cubicBezTo>
                    <a:pt x="4692" y="1"/>
                    <a:pt x="4621" y="84"/>
                    <a:pt x="4621" y="167"/>
                  </a:cubicBezTo>
                  <a:lnTo>
                    <a:pt x="4621" y="703"/>
                  </a:lnTo>
                  <a:lnTo>
                    <a:pt x="168" y="703"/>
                  </a:lnTo>
                  <a:cubicBezTo>
                    <a:pt x="72" y="703"/>
                    <a:pt x="1" y="775"/>
                    <a:pt x="1" y="870"/>
                  </a:cubicBezTo>
                  <a:lnTo>
                    <a:pt x="1" y="1751"/>
                  </a:lnTo>
                  <a:cubicBezTo>
                    <a:pt x="1" y="1834"/>
                    <a:pt x="72" y="1906"/>
                    <a:pt x="168" y="1906"/>
                  </a:cubicBezTo>
                  <a:lnTo>
                    <a:pt x="656" y="1906"/>
                  </a:lnTo>
                  <a:lnTo>
                    <a:pt x="656" y="2620"/>
                  </a:lnTo>
                  <a:cubicBezTo>
                    <a:pt x="656" y="2715"/>
                    <a:pt x="727" y="2787"/>
                    <a:pt x="822" y="2787"/>
                  </a:cubicBezTo>
                  <a:cubicBezTo>
                    <a:pt x="906" y="2787"/>
                    <a:pt x="989" y="2715"/>
                    <a:pt x="989" y="2620"/>
                  </a:cubicBezTo>
                  <a:lnTo>
                    <a:pt x="989" y="1906"/>
                  </a:lnTo>
                  <a:lnTo>
                    <a:pt x="10109" y="1906"/>
                  </a:lnTo>
                  <a:lnTo>
                    <a:pt x="10109" y="5740"/>
                  </a:lnTo>
                  <a:cubicBezTo>
                    <a:pt x="10109" y="5823"/>
                    <a:pt x="10181" y="5894"/>
                    <a:pt x="10276" y="5894"/>
                  </a:cubicBezTo>
                  <a:cubicBezTo>
                    <a:pt x="10359" y="5894"/>
                    <a:pt x="10431" y="5823"/>
                    <a:pt x="10431" y="5740"/>
                  </a:cubicBezTo>
                  <a:lnTo>
                    <a:pt x="10431" y="1918"/>
                  </a:lnTo>
                  <a:lnTo>
                    <a:pt x="10931" y="1918"/>
                  </a:lnTo>
                  <a:cubicBezTo>
                    <a:pt x="11014" y="1918"/>
                    <a:pt x="11086" y="1846"/>
                    <a:pt x="11086" y="1763"/>
                  </a:cubicBezTo>
                  <a:lnTo>
                    <a:pt x="11086" y="882"/>
                  </a:lnTo>
                  <a:cubicBezTo>
                    <a:pt x="11086" y="775"/>
                    <a:pt x="11014" y="703"/>
                    <a:pt x="10931" y="703"/>
                  </a:cubicBezTo>
                  <a:lnTo>
                    <a:pt x="6478" y="703"/>
                  </a:lnTo>
                  <a:lnTo>
                    <a:pt x="6478" y="167"/>
                  </a:lnTo>
                  <a:cubicBezTo>
                    <a:pt x="6478" y="84"/>
                    <a:pt x="6406" y="1"/>
                    <a:pt x="631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8842;p61">
              <a:extLst>
                <a:ext uri="{FF2B5EF4-FFF2-40B4-BE49-F238E27FC236}">
                  <a16:creationId xmlns:a16="http://schemas.microsoft.com/office/drawing/2014/main" id="{8A34ABFA-0AF5-2732-E6EF-4DCCBA8833E7}"/>
                </a:ext>
              </a:extLst>
            </p:cNvPr>
            <p:cNvSpPr/>
            <p:nvPr/>
          </p:nvSpPr>
          <p:spPr>
            <a:xfrm>
              <a:off x="852385" y="1609921"/>
              <a:ext cx="353145" cy="252992"/>
            </a:xfrm>
            <a:custGeom>
              <a:avLst/>
              <a:gdLst/>
              <a:ahLst/>
              <a:cxnLst/>
              <a:rect l="l" t="t" r="r" b="b"/>
              <a:pathLst>
                <a:path w="11086" h="7942" extrusionOk="0">
                  <a:moveTo>
                    <a:pt x="10764" y="4382"/>
                  </a:moveTo>
                  <a:lnTo>
                    <a:pt x="10764" y="4953"/>
                  </a:lnTo>
                  <a:lnTo>
                    <a:pt x="346" y="4953"/>
                  </a:lnTo>
                  <a:lnTo>
                    <a:pt x="346" y="4382"/>
                  </a:lnTo>
                  <a:close/>
                  <a:moveTo>
                    <a:pt x="6406" y="5275"/>
                  </a:moveTo>
                  <a:lnTo>
                    <a:pt x="6895" y="6168"/>
                  </a:lnTo>
                  <a:lnTo>
                    <a:pt x="4228" y="6168"/>
                  </a:lnTo>
                  <a:lnTo>
                    <a:pt x="4716" y="5275"/>
                  </a:lnTo>
                  <a:close/>
                  <a:moveTo>
                    <a:pt x="4335" y="5275"/>
                  </a:moveTo>
                  <a:lnTo>
                    <a:pt x="3049" y="7608"/>
                  </a:lnTo>
                  <a:lnTo>
                    <a:pt x="2573" y="7608"/>
                  </a:lnTo>
                  <a:lnTo>
                    <a:pt x="3859" y="5275"/>
                  </a:lnTo>
                  <a:close/>
                  <a:moveTo>
                    <a:pt x="7240" y="5275"/>
                  </a:moveTo>
                  <a:lnTo>
                    <a:pt x="8514" y="7608"/>
                  </a:lnTo>
                  <a:lnTo>
                    <a:pt x="8038" y="7608"/>
                  </a:lnTo>
                  <a:lnTo>
                    <a:pt x="6764" y="5275"/>
                  </a:lnTo>
                  <a:close/>
                  <a:moveTo>
                    <a:pt x="822" y="0"/>
                  </a:moveTo>
                  <a:cubicBezTo>
                    <a:pt x="727" y="0"/>
                    <a:pt x="656" y="84"/>
                    <a:pt x="656" y="167"/>
                  </a:cubicBezTo>
                  <a:lnTo>
                    <a:pt x="656" y="4072"/>
                  </a:lnTo>
                  <a:lnTo>
                    <a:pt x="168" y="4072"/>
                  </a:lnTo>
                  <a:cubicBezTo>
                    <a:pt x="72" y="4072"/>
                    <a:pt x="1" y="4144"/>
                    <a:pt x="1" y="4239"/>
                  </a:cubicBezTo>
                  <a:lnTo>
                    <a:pt x="1" y="5108"/>
                  </a:lnTo>
                  <a:cubicBezTo>
                    <a:pt x="1" y="5203"/>
                    <a:pt x="72" y="5275"/>
                    <a:pt x="168" y="5275"/>
                  </a:cubicBezTo>
                  <a:lnTo>
                    <a:pt x="3489" y="5275"/>
                  </a:lnTo>
                  <a:lnTo>
                    <a:pt x="2144" y="7704"/>
                  </a:lnTo>
                  <a:cubicBezTo>
                    <a:pt x="2120" y="7751"/>
                    <a:pt x="2120" y="7811"/>
                    <a:pt x="2144" y="7870"/>
                  </a:cubicBezTo>
                  <a:cubicBezTo>
                    <a:pt x="2180" y="7906"/>
                    <a:pt x="2239" y="7942"/>
                    <a:pt x="2275" y="7942"/>
                  </a:cubicBezTo>
                  <a:lnTo>
                    <a:pt x="3132" y="7942"/>
                  </a:lnTo>
                  <a:cubicBezTo>
                    <a:pt x="3192" y="7942"/>
                    <a:pt x="3251" y="7906"/>
                    <a:pt x="3275" y="7846"/>
                  </a:cubicBezTo>
                  <a:lnTo>
                    <a:pt x="3644" y="7168"/>
                  </a:lnTo>
                  <a:lnTo>
                    <a:pt x="4644" y="7168"/>
                  </a:lnTo>
                  <a:cubicBezTo>
                    <a:pt x="4728" y="7168"/>
                    <a:pt x="4811" y="7096"/>
                    <a:pt x="4811" y="7001"/>
                  </a:cubicBezTo>
                  <a:cubicBezTo>
                    <a:pt x="4811" y="6906"/>
                    <a:pt x="4728" y="6834"/>
                    <a:pt x="4644" y="6834"/>
                  </a:cubicBezTo>
                  <a:lnTo>
                    <a:pt x="3823" y="6834"/>
                  </a:lnTo>
                  <a:lnTo>
                    <a:pt x="4037" y="6465"/>
                  </a:lnTo>
                  <a:lnTo>
                    <a:pt x="7061" y="6465"/>
                  </a:lnTo>
                  <a:lnTo>
                    <a:pt x="7252" y="6834"/>
                  </a:lnTo>
                  <a:lnTo>
                    <a:pt x="5299" y="6834"/>
                  </a:lnTo>
                  <a:cubicBezTo>
                    <a:pt x="5216" y="6834"/>
                    <a:pt x="5133" y="6906"/>
                    <a:pt x="5133" y="7001"/>
                  </a:cubicBezTo>
                  <a:cubicBezTo>
                    <a:pt x="5133" y="7096"/>
                    <a:pt x="5216" y="7168"/>
                    <a:pt x="5299" y="7168"/>
                  </a:cubicBezTo>
                  <a:lnTo>
                    <a:pt x="7430" y="7168"/>
                  </a:lnTo>
                  <a:lnTo>
                    <a:pt x="7800" y="7846"/>
                  </a:lnTo>
                  <a:cubicBezTo>
                    <a:pt x="7835" y="7894"/>
                    <a:pt x="7895" y="7942"/>
                    <a:pt x="7954" y="7942"/>
                  </a:cubicBezTo>
                  <a:lnTo>
                    <a:pt x="8800" y="7942"/>
                  </a:lnTo>
                  <a:cubicBezTo>
                    <a:pt x="8859" y="7942"/>
                    <a:pt x="8907" y="7906"/>
                    <a:pt x="8931" y="7870"/>
                  </a:cubicBezTo>
                  <a:cubicBezTo>
                    <a:pt x="8966" y="7823"/>
                    <a:pt x="8966" y="7763"/>
                    <a:pt x="8931" y="7704"/>
                  </a:cubicBezTo>
                  <a:lnTo>
                    <a:pt x="7597" y="5275"/>
                  </a:lnTo>
                  <a:lnTo>
                    <a:pt x="10931" y="5275"/>
                  </a:lnTo>
                  <a:cubicBezTo>
                    <a:pt x="11014" y="5275"/>
                    <a:pt x="11086" y="5203"/>
                    <a:pt x="11086" y="5108"/>
                  </a:cubicBezTo>
                  <a:lnTo>
                    <a:pt x="11086" y="4239"/>
                  </a:lnTo>
                  <a:cubicBezTo>
                    <a:pt x="11086" y="4144"/>
                    <a:pt x="11014" y="4072"/>
                    <a:pt x="10931" y="4072"/>
                  </a:cubicBezTo>
                  <a:lnTo>
                    <a:pt x="10431" y="4072"/>
                  </a:lnTo>
                  <a:lnTo>
                    <a:pt x="10431" y="3263"/>
                  </a:lnTo>
                  <a:cubicBezTo>
                    <a:pt x="10431" y="3179"/>
                    <a:pt x="10359" y="3108"/>
                    <a:pt x="10276" y="3108"/>
                  </a:cubicBezTo>
                  <a:cubicBezTo>
                    <a:pt x="10181" y="3108"/>
                    <a:pt x="10109" y="3179"/>
                    <a:pt x="10109" y="3263"/>
                  </a:cubicBezTo>
                  <a:lnTo>
                    <a:pt x="10109" y="4072"/>
                  </a:lnTo>
                  <a:lnTo>
                    <a:pt x="989" y="4072"/>
                  </a:lnTo>
                  <a:lnTo>
                    <a:pt x="989" y="167"/>
                  </a:lnTo>
                  <a:cubicBezTo>
                    <a:pt x="989" y="84"/>
                    <a:pt x="906" y="0"/>
                    <a:pt x="822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8843;p61">
              <a:extLst>
                <a:ext uri="{FF2B5EF4-FFF2-40B4-BE49-F238E27FC236}">
                  <a16:creationId xmlns:a16="http://schemas.microsoft.com/office/drawing/2014/main" id="{1079EC86-A04B-E2A6-028C-3A15E7474EF9}"/>
                </a:ext>
              </a:extLst>
            </p:cNvPr>
            <p:cNvSpPr/>
            <p:nvPr/>
          </p:nvSpPr>
          <p:spPr>
            <a:xfrm>
              <a:off x="928264" y="1584501"/>
              <a:ext cx="198775" cy="140735"/>
            </a:xfrm>
            <a:custGeom>
              <a:avLst/>
              <a:gdLst/>
              <a:ahLst/>
              <a:cxnLst/>
              <a:rect l="l" t="t" r="r" b="b"/>
              <a:pathLst>
                <a:path w="6240" h="4418" extrusionOk="0">
                  <a:moveTo>
                    <a:pt x="5608" y="322"/>
                  </a:moveTo>
                  <a:cubicBezTo>
                    <a:pt x="5787" y="322"/>
                    <a:pt x="5929" y="465"/>
                    <a:pt x="5929" y="643"/>
                  </a:cubicBezTo>
                  <a:cubicBezTo>
                    <a:pt x="5929" y="798"/>
                    <a:pt x="5775" y="953"/>
                    <a:pt x="5608" y="953"/>
                  </a:cubicBezTo>
                  <a:cubicBezTo>
                    <a:pt x="5453" y="953"/>
                    <a:pt x="5298" y="822"/>
                    <a:pt x="5298" y="643"/>
                  </a:cubicBezTo>
                  <a:cubicBezTo>
                    <a:pt x="5298" y="477"/>
                    <a:pt x="5429" y="322"/>
                    <a:pt x="5608" y="322"/>
                  </a:cubicBezTo>
                  <a:close/>
                  <a:moveTo>
                    <a:pt x="2131" y="1334"/>
                  </a:moveTo>
                  <a:cubicBezTo>
                    <a:pt x="2310" y="1334"/>
                    <a:pt x="2441" y="1477"/>
                    <a:pt x="2441" y="1656"/>
                  </a:cubicBezTo>
                  <a:cubicBezTo>
                    <a:pt x="2441" y="1834"/>
                    <a:pt x="2310" y="1965"/>
                    <a:pt x="2131" y="1965"/>
                  </a:cubicBezTo>
                  <a:cubicBezTo>
                    <a:pt x="1965" y="1965"/>
                    <a:pt x="1822" y="1834"/>
                    <a:pt x="1822" y="1656"/>
                  </a:cubicBezTo>
                  <a:cubicBezTo>
                    <a:pt x="1822" y="1489"/>
                    <a:pt x="1953" y="1334"/>
                    <a:pt x="2131" y="1334"/>
                  </a:cubicBezTo>
                  <a:close/>
                  <a:moveTo>
                    <a:pt x="4036" y="2429"/>
                  </a:moveTo>
                  <a:cubicBezTo>
                    <a:pt x="4215" y="2429"/>
                    <a:pt x="4346" y="2560"/>
                    <a:pt x="4346" y="2739"/>
                  </a:cubicBezTo>
                  <a:cubicBezTo>
                    <a:pt x="4346" y="2918"/>
                    <a:pt x="4203" y="3049"/>
                    <a:pt x="4036" y="3049"/>
                  </a:cubicBezTo>
                  <a:cubicBezTo>
                    <a:pt x="3870" y="3049"/>
                    <a:pt x="3727" y="2918"/>
                    <a:pt x="3727" y="2739"/>
                  </a:cubicBezTo>
                  <a:cubicBezTo>
                    <a:pt x="3727" y="2572"/>
                    <a:pt x="3858" y="2429"/>
                    <a:pt x="4036" y="2429"/>
                  </a:cubicBezTo>
                  <a:close/>
                  <a:moveTo>
                    <a:pt x="595" y="3501"/>
                  </a:moveTo>
                  <a:cubicBezTo>
                    <a:pt x="774" y="3501"/>
                    <a:pt x="905" y="3632"/>
                    <a:pt x="905" y="3811"/>
                  </a:cubicBezTo>
                  <a:cubicBezTo>
                    <a:pt x="905" y="3989"/>
                    <a:pt x="762" y="4120"/>
                    <a:pt x="595" y="4120"/>
                  </a:cubicBezTo>
                  <a:cubicBezTo>
                    <a:pt x="429" y="4120"/>
                    <a:pt x="286" y="3989"/>
                    <a:pt x="286" y="3811"/>
                  </a:cubicBezTo>
                  <a:cubicBezTo>
                    <a:pt x="286" y="3644"/>
                    <a:pt x="417" y="3501"/>
                    <a:pt x="595" y="3501"/>
                  </a:cubicBezTo>
                  <a:close/>
                  <a:moveTo>
                    <a:pt x="5608" y="1"/>
                  </a:moveTo>
                  <a:cubicBezTo>
                    <a:pt x="5275" y="1"/>
                    <a:pt x="4989" y="286"/>
                    <a:pt x="4989" y="632"/>
                  </a:cubicBezTo>
                  <a:cubicBezTo>
                    <a:pt x="4989" y="786"/>
                    <a:pt x="5048" y="941"/>
                    <a:pt x="5156" y="1048"/>
                  </a:cubicBezTo>
                  <a:lnTo>
                    <a:pt x="4239" y="2132"/>
                  </a:lnTo>
                  <a:cubicBezTo>
                    <a:pt x="4179" y="2120"/>
                    <a:pt x="4108" y="2096"/>
                    <a:pt x="4048" y="2096"/>
                  </a:cubicBezTo>
                  <a:cubicBezTo>
                    <a:pt x="3858" y="2096"/>
                    <a:pt x="3679" y="2191"/>
                    <a:pt x="3560" y="2334"/>
                  </a:cubicBezTo>
                  <a:lnTo>
                    <a:pt x="2739" y="1882"/>
                  </a:lnTo>
                  <a:cubicBezTo>
                    <a:pt x="2774" y="1798"/>
                    <a:pt x="2786" y="1727"/>
                    <a:pt x="2786" y="1656"/>
                  </a:cubicBezTo>
                  <a:cubicBezTo>
                    <a:pt x="2786" y="1310"/>
                    <a:pt x="2500" y="1024"/>
                    <a:pt x="2155" y="1024"/>
                  </a:cubicBezTo>
                  <a:cubicBezTo>
                    <a:pt x="1822" y="1024"/>
                    <a:pt x="1536" y="1310"/>
                    <a:pt x="1536" y="1656"/>
                  </a:cubicBezTo>
                  <a:cubicBezTo>
                    <a:pt x="1536" y="1822"/>
                    <a:pt x="1596" y="1953"/>
                    <a:pt x="1703" y="2072"/>
                  </a:cubicBezTo>
                  <a:lnTo>
                    <a:pt x="834" y="3203"/>
                  </a:lnTo>
                  <a:cubicBezTo>
                    <a:pt x="774" y="3191"/>
                    <a:pt x="703" y="3168"/>
                    <a:pt x="631" y="3168"/>
                  </a:cubicBezTo>
                  <a:cubicBezTo>
                    <a:pt x="286" y="3168"/>
                    <a:pt x="0" y="3453"/>
                    <a:pt x="0" y="3799"/>
                  </a:cubicBezTo>
                  <a:cubicBezTo>
                    <a:pt x="0" y="4144"/>
                    <a:pt x="286" y="4418"/>
                    <a:pt x="631" y="4418"/>
                  </a:cubicBezTo>
                  <a:cubicBezTo>
                    <a:pt x="965" y="4418"/>
                    <a:pt x="1250" y="4144"/>
                    <a:pt x="1250" y="3799"/>
                  </a:cubicBezTo>
                  <a:cubicBezTo>
                    <a:pt x="1250" y="3632"/>
                    <a:pt x="1191" y="3501"/>
                    <a:pt x="1084" y="3382"/>
                  </a:cubicBezTo>
                  <a:lnTo>
                    <a:pt x="1953" y="2251"/>
                  </a:lnTo>
                  <a:cubicBezTo>
                    <a:pt x="2012" y="2263"/>
                    <a:pt x="2084" y="2275"/>
                    <a:pt x="2155" y="2275"/>
                  </a:cubicBezTo>
                  <a:cubicBezTo>
                    <a:pt x="2310" y="2275"/>
                    <a:pt x="2441" y="2215"/>
                    <a:pt x="2560" y="2144"/>
                  </a:cubicBezTo>
                  <a:lnTo>
                    <a:pt x="3441" y="2632"/>
                  </a:lnTo>
                  <a:cubicBezTo>
                    <a:pt x="3441" y="2668"/>
                    <a:pt x="3429" y="2691"/>
                    <a:pt x="3429" y="2739"/>
                  </a:cubicBezTo>
                  <a:cubicBezTo>
                    <a:pt x="3429" y="3084"/>
                    <a:pt x="3703" y="3370"/>
                    <a:pt x="4048" y="3370"/>
                  </a:cubicBezTo>
                  <a:cubicBezTo>
                    <a:pt x="4394" y="3370"/>
                    <a:pt x="4679" y="3084"/>
                    <a:pt x="4679" y="2739"/>
                  </a:cubicBezTo>
                  <a:cubicBezTo>
                    <a:pt x="4679" y="2572"/>
                    <a:pt x="4620" y="2429"/>
                    <a:pt x="4513" y="2322"/>
                  </a:cubicBezTo>
                  <a:lnTo>
                    <a:pt x="5418" y="1239"/>
                  </a:lnTo>
                  <a:cubicBezTo>
                    <a:pt x="5477" y="1251"/>
                    <a:pt x="5548" y="1263"/>
                    <a:pt x="5608" y="1263"/>
                  </a:cubicBezTo>
                  <a:cubicBezTo>
                    <a:pt x="5953" y="1263"/>
                    <a:pt x="6239" y="989"/>
                    <a:pt x="6239" y="643"/>
                  </a:cubicBezTo>
                  <a:cubicBezTo>
                    <a:pt x="6239" y="286"/>
                    <a:pt x="5953" y="1"/>
                    <a:pt x="5608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" name="Google Shape;8363;p60">
            <a:extLst>
              <a:ext uri="{FF2B5EF4-FFF2-40B4-BE49-F238E27FC236}">
                <a16:creationId xmlns:a16="http://schemas.microsoft.com/office/drawing/2014/main" id="{08C790DD-D246-811B-B409-289DD4191A21}"/>
              </a:ext>
            </a:extLst>
          </p:cNvPr>
          <p:cNvGrpSpPr/>
          <p:nvPr/>
        </p:nvGrpSpPr>
        <p:grpSpPr>
          <a:xfrm>
            <a:off x="4216952" y="2797155"/>
            <a:ext cx="1101394" cy="992715"/>
            <a:chOff x="1404617" y="3226962"/>
            <a:chExt cx="370169" cy="325966"/>
          </a:xfrm>
          <a:solidFill>
            <a:srgbClr val="1C60A9"/>
          </a:solidFill>
        </p:grpSpPr>
        <p:sp>
          <p:nvSpPr>
            <p:cNvPr id="51" name="Google Shape;8364;p60">
              <a:extLst>
                <a:ext uri="{FF2B5EF4-FFF2-40B4-BE49-F238E27FC236}">
                  <a16:creationId xmlns:a16="http://schemas.microsoft.com/office/drawing/2014/main" id="{D86ACDC4-90AF-0AD7-6C9A-7FF586499A0B}"/>
                </a:ext>
              </a:extLst>
            </p:cNvPr>
            <p:cNvSpPr/>
            <p:nvPr/>
          </p:nvSpPr>
          <p:spPr>
            <a:xfrm>
              <a:off x="1535067" y="3226962"/>
              <a:ext cx="12130" cy="37090"/>
            </a:xfrm>
            <a:custGeom>
              <a:avLst/>
              <a:gdLst/>
              <a:ahLst/>
              <a:cxnLst/>
              <a:rect l="l" t="t" r="r" b="b"/>
              <a:pathLst>
                <a:path w="382" h="1168" extrusionOk="0">
                  <a:moveTo>
                    <a:pt x="191" y="1"/>
                  </a:moveTo>
                  <a:cubicBezTo>
                    <a:pt x="84" y="1"/>
                    <a:pt x="0" y="84"/>
                    <a:pt x="0" y="191"/>
                  </a:cubicBezTo>
                  <a:lnTo>
                    <a:pt x="0" y="977"/>
                  </a:lnTo>
                  <a:cubicBezTo>
                    <a:pt x="0" y="1084"/>
                    <a:pt x="84" y="1168"/>
                    <a:pt x="191" y="1168"/>
                  </a:cubicBezTo>
                  <a:cubicBezTo>
                    <a:pt x="298" y="1168"/>
                    <a:pt x="381" y="1084"/>
                    <a:pt x="381" y="977"/>
                  </a:cubicBezTo>
                  <a:lnTo>
                    <a:pt x="381" y="191"/>
                  </a:lnTo>
                  <a:cubicBezTo>
                    <a:pt x="381" y="84"/>
                    <a:pt x="298" y="1"/>
                    <a:pt x="19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8365;p60">
              <a:extLst>
                <a:ext uri="{FF2B5EF4-FFF2-40B4-BE49-F238E27FC236}">
                  <a16:creationId xmlns:a16="http://schemas.microsoft.com/office/drawing/2014/main" id="{493B878A-2DEA-5D36-EADA-0C8779BC6EF1}"/>
                </a:ext>
              </a:extLst>
            </p:cNvPr>
            <p:cNvSpPr/>
            <p:nvPr/>
          </p:nvSpPr>
          <p:spPr>
            <a:xfrm>
              <a:off x="1472287" y="3243221"/>
              <a:ext cx="25753" cy="34073"/>
            </a:xfrm>
            <a:custGeom>
              <a:avLst/>
              <a:gdLst/>
              <a:ahLst/>
              <a:cxnLst/>
              <a:rect l="l" t="t" r="r" b="b"/>
              <a:pathLst>
                <a:path w="811" h="1073" extrusionOk="0">
                  <a:moveTo>
                    <a:pt x="217" y="1"/>
                  </a:moveTo>
                  <a:cubicBezTo>
                    <a:pt x="185" y="1"/>
                    <a:pt x="152" y="9"/>
                    <a:pt x="120" y="25"/>
                  </a:cubicBezTo>
                  <a:cubicBezTo>
                    <a:pt x="25" y="72"/>
                    <a:pt x="1" y="179"/>
                    <a:pt x="37" y="287"/>
                  </a:cubicBezTo>
                  <a:lnTo>
                    <a:pt x="442" y="989"/>
                  </a:lnTo>
                  <a:cubicBezTo>
                    <a:pt x="477" y="1049"/>
                    <a:pt x="549" y="1072"/>
                    <a:pt x="608" y="1072"/>
                  </a:cubicBezTo>
                  <a:cubicBezTo>
                    <a:pt x="632" y="1072"/>
                    <a:pt x="668" y="1061"/>
                    <a:pt x="692" y="1049"/>
                  </a:cubicBezTo>
                  <a:cubicBezTo>
                    <a:pt x="787" y="989"/>
                    <a:pt x="811" y="882"/>
                    <a:pt x="775" y="775"/>
                  </a:cubicBezTo>
                  <a:lnTo>
                    <a:pt x="382" y="96"/>
                  </a:lnTo>
                  <a:cubicBezTo>
                    <a:pt x="342" y="33"/>
                    <a:pt x="281" y="1"/>
                    <a:pt x="217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8366;p60">
              <a:extLst>
                <a:ext uri="{FF2B5EF4-FFF2-40B4-BE49-F238E27FC236}">
                  <a16:creationId xmlns:a16="http://schemas.microsoft.com/office/drawing/2014/main" id="{06941634-E354-CE20-7FD9-0E01FA956C69}"/>
                </a:ext>
              </a:extLst>
            </p:cNvPr>
            <p:cNvSpPr/>
            <p:nvPr/>
          </p:nvSpPr>
          <p:spPr>
            <a:xfrm>
              <a:off x="1426179" y="3289266"/>
              <a:ext cx="35947" cy="24705"/>
            </a:xfrm>
            <a:custGeom>
              <a:avLst/>
              <a:gdLst/>
              <a:ahLst/>
              <a:cxnLst/>
              <a:rect l="l" t="t" r="r" b="b"/>
              <a:pathLst>
                <a:path w="1132" h="778" extrusionOk="0">
                  <a:moveTo>
                    <a:pt x="229" y="1"/>
                  </a:moveTo>
                  <a:cubicBezTo>
                    <a:pt x="159" y="1"/>
                    <a:pt x="89" y="41"/>
                    <a:pt x="48" y="99"/>
                  </a:cubicBezTo>
                  <a:cubicBezTo>
                    <a:pt x="0" y="194"/>
                    <a:pt x="36" y="301"/>
                    <a:pt x="143" y="361"/>
                  </a:cubicBezTo>
                  <a:lnTo>
                    <a:pt x="822" y="742"/>
                  </a:lnTo>
                  <a:cubicBezTo>
                    <a:pt x="858" y="754"/>
                    <a:pt x="881" y="777"/>
                    <a:pt x="917" y="777"/>
                  </a:cubicBezTo>
                  <a:cubicBezTo>
                    <a:pt x="977" y="777"/>
                    <a:pt x="1048" y="742"/>
                    <a:pt x="1072" y="682"/>
                  </a:cubicBezTo>
                  <a:cubicBezTo>
                    <a:pt x="1132" y="599"/>
                    <a:pt x="1096" y="480"/>
                    <a:pt x="1001" y="420"/>
                  </a:cubicBezTo>
                  <a:lnTo>
                    <a:pt x="322" y="27"/>
                  </a:lnTo>
                  <a:cubicBezTo>
                    <a:pt x="292" y="9"/>
                    <a:pt x="261" y="1"/>
                    <a:pt x="229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8367;p60">
              <a:extLst>
                <a:ext uri="{FF2B5EF4-FFF2-40B4-BE49-F238E27FC236}">
                  <a16:creationId xmlns:a16="http://schemas.microsoft.com/office/drawing/2014/main" id="{D3E03EE8-C931-F5EE-BC44-9B7DD7F55425}"/>
                </a:ext>
              </a:extLst>
            </p:cNvPr>
            <p:cNvSpPr/>
            <p:nvPr/>
          </p:nvSpPr>
          <p:spPr>
            <a:xfrm>
              <a:off x="1410682" y="3350997"/>
              <a:ext cx="37439" cy="12511"/>
            </a:xfrm>
            <a:custGeom>
              <a:avLst/>
              <a:gdLst/>
              <a:ahLst/>
              <a:cxnLst/>
              <a:rect l="l" t="t" r="r" b="b"/>
              <a:pathLst>
                <a:path w="1179" h="394" extrusionOk="0">
                  <a:moveTo>
                    <a:pt x="191" y="0"/>
                  </a:moveTo>
                  <a:cubicBezTo>
                    <a:pt x="96" y="0"/>
                    <a:pt x="0" y="95"/>
                    <a:pt x="0" y="203"/>
                  </a:cubicBezTo>
                  <a:cubicBezTo>
                    <a:pt x="0" y="298"/>
                    <a:pt x="84" y="393"/>
                    <a:pt x="191" y="393"/>
                  </a:cubicBezTo>
                  <a:lnTo>
                    <a:pt x="988" y="393"/>
                  </a:lnTo>
                  <a:cubicBezTo>
                    <a:pt x="1084" y="393"/>
                    <a:pt x="1179" y="298"/>
                    <a:pt x="1179" y="203"/>
                  </a:cubicBezTo>
                  <a:cubicBezTo>
                    <a:pt x="1179" y="95"/>
                    <a:pt x="1084" y="0"/>
                    <a:pt x="988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8368;p60">
              <a:extLst>
                <a:ext uri="{FF2B5EF4-FFF2-40B4-BE49-F238E27FC236}">
                  <a16:creationId xmlns:a16="http://schemas.microsoft.com/office/drawing/2014/main" id="{9DBB00E3-E4B9-44B6-B4C9-D6B2D8822E6D}"/>
                </a:ext>
              </a:extLst>
            </p:cNvPr>
            <p:cNvSpPr/>
            <p:nvPr/>
          </p:nvSpPr>
          <p:spPr>
            <a:xfrm>
              <a:off x="1426179" y="3400980"/>
              <a:ext cx="35566" cy="24896"/>
            </a:xfrm>
            <a:custGeom>
              <a:avLst/>
              <a:gdLst/>
              <a:ahLst/>
              <a:cxnLst/>
              <a:rect l="l" t="t" r="r" b="b"/>
              <a:pathLst>
                <a:path w="1120" h="784" extrusionOk="0">
                  <a:moveTo>
                    <a:pt x="904" y="0"/>
                  </a:moveTo>
                  <a:cubicBezTo>
                    <a:pt x="874" y="0"/>
                    <a:pt x="843" y="7"/>
                    <a:pt x="810" y="22"/>
                  </a:cubicBezTo>
                  <a:lnTo>
                    <a:pt x="119" y="414"/>
                  </a:lnTo>
                  <a:cubicBezTo>
                    <a:pt x="36" y="486"/>
                    <a:pt x="0" y="593"/>
                    <a:pt x="60" y="688"/>
                  </a:cubicBezTo>
                  <a:cubicBezTo>
                    <a:pt x="96" y="748"/>
                    <a:pt x="167" y="784"/>
                    <a:pt x="227" y="784"/>
                  </a:cubicBezTo>
                  <a:cubicBezTo>
                    <a:pt x="262" y="784"/>
                    <a:pt x="286" y="760"/>
                    <a:pt x="322" y="748"/>
                  </a:cubicBezTo>
                  <a:lnTo>
                    <a:pt x="1001" y="367"/>
                  </a:lnTo>
                  <a:cubicBezTo>
                    <a:pt x="1096" y="307"/>
                    <a:pt x="1120" y="200"/>
                    <a:pt x="1072" y="93"/>
                  </a:cubicBezTo>
                  <a:cubicBezTo>
                    <a:pt x="1031" y="35"/>
                    <a:pt x="972" y="0"/>
                    <a:pt x="904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8369;p60">
              <a:extLst>
                <a:ext uri="{FF2B5EF4-FFF2-40B4-BE49-F238E27FC236}">
                  <a16:creationId xmlns:a16="http://schemas.microsoft.com/office/drawing/2014/main" id="{F825EBAD-5929-5143-1479-00BF3DFB93A2}"/>
                </a:ext>
              </a:extLst>
            </p:cNvPr>
            <p:cNvSpPr/>
            <p:nvPr/>
          </p:nvSpPr>
          <p:spPr>
            <a:xfrm>
              <a:off x="1620138" y="3289043"/>
              <a:ext cx="35566" cy="24928"/>
            </a:xfrm>
            <a:custGeom>
              <a:avLst/>
              <a:gdLst/>
              <a:ahLst/>
              <a:cxnLst/>
              <a:rect l="l" t="t" r="r" b="b"/>
              <a:pathLst>
                <a:path w="1120" h="785" extrusionOk="0">
                  <a:moveTo>
                    <a:pt x="895" y="1"/>
                  </a:moveTo>
                  <a:cubicBezTo>
                    <a:pt x="864" y="1"/>
                    <a:pt x="831" y="8"/>
                    <a:pt x="798" y="22"/>
                  </a:cubicBezTo>
                  <a:lnTo>
                    <a:pt x="119" y="403"/>
                  </a:lnTo>
                  <a:cubicBezTo>
                    <a:pt x="24" y="463"/>
                    <a:pt x="0" y="570"/>
                    <a:pt x="48" y="677"/>
                  </a:cubicBezTo>
                  <a:cubicBezTo>
                    <a:pt x="107" y="749"/>
                    <a:pt x="167" y="784"/>
                    <a:pt x="227" y="784"/>
                  </a:cubicBezTo>
                  <a:cubicBezTo>
                    <a:pt x="250" y="784"/>
                    <a:pt x="286" y="761"/>
                    <a:pt x="310" y="749"/>
                  </a:cubicBezTo>
                  <a:lnTo>
                    <a:pt x="1000" y="368"/>
                  </a:lnTo>
                  <a:cubicBezTo>
                    <a:pt x="1084" y="308"/>
                    <a:pt x="1120" y="201"/>
                    <a:pt x="1072" y="94"/>
                  </a:cubicBezTo>
                  <a:cubicBezTo>
                    <a:pt x="1031" y="36"/>
                    <a:pt x="966" y="1"/>
                    <a:pt x="895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8370;p60">
              <a:extLst>
                <a:ext uri="{FF2B5EF4-FFF2-40B4-BE49-F238E27FC236}">
                  <a16:creationId xmlns:a16="http://schemas.microsoft.com/office/drawing/2014/main" id="{C6168B47-3E9D-B09F-2CDD-9DFD75B7B7D6}"/>
                </a:ext>
              </a:extLst>
            </p:cNvPr>
            <p:cNvSpPr/>
            <p:nvPr/>
          </p:nvSpPr>
          <p:spPr>
            <a:xfrm>
              <a:off x="1584224" y="3243507"/>
              <a:ext cx="26103" cy="33787"/>
            </a:xfrm>
            <a:custGeom>
              <a:avLst/>
              <a:gdLst/>
              <a:ahLst/>
              <a:cxnLst/>
              <a:rect l="l" t="t" r="r" b="b"/>
              <a:pathLst>
                <a:path w="822" h="1064" extrusionOk="0">
                  <a:moveTo>
                    <a:pt x="594" y="1"/>
                  </a:moveTo>
                  <a:cubicBezTo>
                    <a:pt x="527" y="1"/>
                    <a:pt x="458" y="41"/>
                    <a:pt x="417" y="99"/>
                  </a:cubicBezTo>
                  <a:lnTo>
                    <a:pt x="24" y="790"/>
                  </a:lnTo>
                  <a:cubicBezTo>
                    <a:pt x="0" y="873"/>
                    <a:pt x="24" y="992"/>
                    <a:pt x="119" y="1040"/>
                  </a:cubicBezTo>
                  <a:cubicBezTo>
                    <a:pt x="143" y="1052"/>
                    <a:pt x="179" y="1063"/>
                    <a:pt x="203" y="1063"/>
                  </a:cubicBezTo>
                  <a:cubicBezTo>
                    <a:pt x="262" y="1063"/>
                    <a:pt x="346" y="1040"/>
                    <a:pt x="369" y="980"/>
                  </a:cubicBezTo>
                  <a:lnTo>
                    <a:pt x="762" y="290"/>
                  </a:lnTo>
                  <a:cubicBezTo>
                    <a:pt x="822" y="206"/>
                    <a:pt x="774" y="87"/>
                    <a:pt x="679" y="28"/>
                  </a:cubicBezTo>
                  <a:cubicBezTo>
                    <a:pt x="653" y="9"/>
                    <a:pt x="624" y="1"/>
                    <a:pt x="594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8371;p60">
              <a:extLst>
                <a:ext uri="{FF2B5EF4-FFF2-40B4-BE49-F238E27FC236}">
                  <a16:creationId xmlns:a16="http://schemas.microsoft.com/office/drawing/2014/main" id="{B4F498FA-4576-BFBC-72A0-44938D5D54AB}"/>
                </a:ext>
              </a:extLst>
            </p:cNvPr>
            <p:cNvSpPr/>
            <p:nvPr/>
          </p:nvSpPr>
          <p:spPr>
            <a:xfrm>
              <a:off x="1404617" y="3271197"/>
              <a:ext cx="285859" cy="281349"/>
            </a:xfrm>
            <a:custGeom>
              <a:avLst/>
              <a:gdLst/>
              <a:ahLst/>
              <a:cxnLst/>
              <a:rect l="l" t="t" r="r" b="b"/>
              <a:pathLst>
                <a:path w="9002" h="8860" extrusionOk="0">
                  <a:moveTo>
                    <a:pt x="4525" y="1013"/>
                  </a:moveTo>
                  <a:lnTo>
                    <a:pt x="4573" y="1025"/>
                  </a:lnTo>
                  <a:lnTo>
                    <a:pt x="4704" y="1025"/>
                  </a:lnTo>
                  <a:lnTo>
                    <a:pt x="4787" y="1061"/>
                  </a:lnTo>
                  <a:lnTo>
                    <a:pt x="4811" y="1061"/>
                  </a:lnTo>
                  <a:lnTo>
                    <a:pt x="4823" y="1072"/>
                  </a:lnTo>
                  <a:cubicBezTo>
                    <a:pt x="4835" y="1072"/>
                    <a:pt x="4835" y="1084"/>
                    <a:pt x="4847" y="1084"/>
                  </a:cubicBezTo>
                  <a:cubicBezTo>
                    <a:pt x="4847" y="1084"/>
                    <a:pt x="4870" y="1084"/>
                    <a:pt x="4870" y="1096"/>
                  </a:cubicBezTo>
                  <a:lnTo>
                    <a:pt x="4942" y="1132"/>
                  </a:lnTo>
                  <a:lnTo>
                    <a:pt x="4954" y="1132"/>
                  </a:lnTo>
                  <a:lnTo>
                    <a:pt x="4989" y="1144"/>
                  </a:lnTo>
                  <a:cubicBezTo>
                    <a:pt x="4989" y="1144"/>
                    <a:pt x="5001" y="1144"/>
                    <a:pt x="5001" y="1156"/>
                  </a:cubicBezTo>
                  <a:cubicBezTo>
                    <a:pt x="5001" y="1156"/>
                    <a:pt x="5013" y="1156"/>
                    <a:pt x="5013" y="1180"/>
                  </a:cubicBezTo>
                  <a:lnTo>
                    <a:pt x="5049" y="1192"/>
                  </a:lnTo>
                  <a:cubicBezTo>
                    <a:pt x="5049" y="1192"/>
                    <a:pt x="5061" y="1192"/>
                    <a:pt x="5061" y="1203"/>
                  </a:cubicBezTo>
                  <a:cubicBezTo>
                    <a:pt x="5061" y="1203"/>
                    <a:pt x="5073" y="1203"/>
                    <a:pt x="5073" y="1215"/>
                  </a:cubicBezTo>
                  <a:lnTo>
                    <a:pt x="5085" y="1239"/>
                  </a:lnTo>
                  <a:cubicBezTo>
                    <a:pt x="5085" y="1239"/>
                    <a:pt x="5109" y="1239"/>
                    <a:pt x="5109" y="1251"/>
                  </a:cubicBezTo>
                  <a:cubicBezTo>
                    <a:pt x="5109" y="1251"/>
                    <a:pt x="5120" y="1251"/>
                    <a:pt x="5120" y="1263"/>
                  </a:cubicBezTo>
                  <a:cubicBezTo>
                    <a:pt x="5120" y="1263"/>
                    <a:pt x="5132" y="1263"/>
                    <a:pt x="5132" y="1275"/>
                  </a:cubicBezTo>
                  <a:lnTo>
                    <a:pt x="5144" y="1299"/>
                  </a:lnTo>
                  <a:cubicBezTo>
                    <a:pt x="5144" y="1299"/>
                    <a:pt x="5168" y="1299"/>
                    <a:pt x="5168" y="1311"/>
                  </a:cubicBezTo>
                  <a:lnTo>
                    <a:pt x="5263" y="1394"/>
                  </a:lnTo>
                  <a:lnTo>
                    <a:pt x="5299" y="1430"/>
                  </a:lnTo>
                  <a:cubicBezTo>
                    <a:pt x="5382" y="1501"/>
                    <a:pt x="5466" y="1596"/>
                    <a:pt x="5537" y="1680"/>
                  </a:cubicBezTo>
                  <a:cubicBezTo>
                    <a:pt x="5561" y="1715"/>
                    <a:pt x="5585" y="1739"/>
                    <a:pt x="5597" y="1787"/>
                  </a:cubicBezTo>
                  <a:lnTo>
                    <a:pt x="5597" y="1799"/>
                  </a:lnTo>
                  <a:cubicBezTo>
                    <a:pt x="5609" y="1834"/>
                    <a:pt x="5644" y="1858"/>
                    <a:pt x="5656" y="1894"/>
                  </a:cubicBezTo>
                  <a:lnTo>
                    <a:pt x="5656" y="1906"/>
                  </a:lnTo>
                  <a:cubicBezTo>
                    <a:pt x="5668" y="1930"/>
                    <a:pt x="5680" y="1965"/>
                    <a:pt x="5704" y="2013"/>
                  </a:cubicBezTo>
                  <a:lnTo>
                    <a:pt x="5704" y="2025"/>
                  </a:lnTo>
                  <a:cubicBezTo>
                    <a:pt x="5716" y="2049"/>
                    <a:pt x="5728" y="2096"/>
                    <a:pt x="5740" y="2132"/>
                  </a:cubicBezTo>
                  <a:lnTo>
                    <a:pt x="5740" y="2144"/>
                  </a:lnTo>
                  <a:cubicBezTo>
                    <a:pt x="5763" y="2168"/>
                    <a:pt x="5775" y="2215"/>
                    <a:pt x="5775" y="2251"/>
                  </a:cubicBezTo>
                  <a:lnTo>
                    <a:pt x="5775" y="2263"/>
                  </a:lnTo>
                  <a:cubicBezTo>
                    <a:pt x="5787" y="2287"/>
                    <a:pt x="5787" y="2335"/>
                    <a:pt x="5799" y="2382"/>
                  </a:cubicBezTo>
                  <a:lnTo>
                    <a:pt x="5799" y="2394"/>
                  </a:lnTo>
                  <a:cubicBezTo>
                    <a:pt x="5799" y="2442"/>
                    <a:pt x="5823" y="2466"/>
                    <a:pt x="5823" y="2513"/>
                  </a:cubicBezTo>
                  <a:lnTo>
                    <a:pt x="5823" y="2525"/>
                  </a:lnTo>
                  <a:lnTo>
                    <a:pt x="5823" y="2549"/>
                  </a:lnTo>
                  <a:cubicBezTo>
                    <a:pt x="5728" y="2620"/>
                    <a:pt x="5466" y="2739"/>
                    <a:pt x="5240" y="2894"/>
                  </a:cubicBezTo>
                  <a:cubicBezTo>
                    <a:pt x="5216" y="2894"/>
                    <a:pt x="5216" y="2906"/>
                    <a:pt x="5216" y="2906"/>
                  </a:cubicBezTo>
                  <a:cubicBezTo>
                    <a:pt x="5192" y="2918"/>
                    <a:pt x="5180" y="2930"/>
                    <a:pt x="5144" y="2966"/>
                  </a:cubicBezTo>
                  <a:cubicBezTo>
                    <a:pt x="5120" y="2977"/>
                    <a:pt x="5085" y="3013"/>
                    <a:pt x="5061" y="3037"/>
                  </a:cubicBezTo>
                  <a:cubicBezTo>
                    <a:pt x="5025" y="3049"/>
                    <a:pt x="5013" y="3085"/>
                    <a:pt x="4978" y="3097"/>
                  </a:cubicBezTo>
                  <a:cubicBezTo>
                    <a:pt x="4620" y="3406"/>
                    <a:pt x="4347" y="3823"/>
                    <a:pt x="4204" y="4299"/>
                  </a:cubicBezTo>
                  <a:cubicBezTo>
                    <a:pt x="4180" y="4299"/>
                    <a:pt x="4144" y="4287"/>
                    <a:pt x="4132" y="4287"/>
                  </a:cubicBezTo>
                  <a:cubicBezTo>
                    <a:pt x="4061" y="4275"/>
                    <a:pt x="3966" y="4275"/>
                    <a:pt x="3894" y="4275"/>
                  </a:cubicBezTo>
                  <a:lnTo>
                    <a:pt x="3632" y="4275"/>
                  </a:lnTo>
                  <a:cubicBezTo>
                    <a:pt x="3608" y="4275"/>
                    <a:pt x="3596" y="4251"/>
                    <a:pt x="3585" y="4251"/>
                  </a:cubicBezTo>
                  <a:lnTo>
                    <a:pt x="3573" y="4251"/>
                  </a:lnTo>
                  <a:cubicBezTo>
                    <a:pt x="3549" y="4240"/>
                    <a:pt x="3537" y="4240"/>
                    <a:pt x="3525" y="4228"/>
                  </a:cubicBezTo>
                  <a:cubicBezTo>
                    <a:pt x="3513" y="4216"/>
                    <a:pt x="3489" y="4216"/>
                    <a:pt x="3465" y="4192"/>
                  </a:cubicBezTo>
                  <a:lnTo>
                    <a:pt x="3454" y="4180"/>
                  </a:lnTo>
                  <a:cubicBezTo>
                    <a:pt x="3430" y="4168"/>
                    <a:pt x="3418" y="4168"/>
                    <a:pt x="3406" y="4156"/>
                  </a:cubicBezTo>
                  <a:lnTo>
                    <a:pt x="3394" y="4156"/>
                  </a:lnTo>
                  <a:cubicBezTo>
                    <a:pt x="3370" y="4132"/>
                    <a:pt x="3358" y="4120"/>
                    <a:pt x="3346" y="4120"/>
                  </a:cubicBezTo>
                  <a:lnTo>
                    <a:pt x="3335" y="4109"/>
                  </a:lnTo>
                  <a:cubicBezTo>
                    <a:pt x="3311" y="4097"/>
                    <a:pt x="3299" y="4097"/>
                    <a:pt x="3287" y="4073"/>
                  </a:cubicBezTo>
                  <a:lnTo>
                    <a:pt x="3275" y="4073"/>
                  </a:lnTo>
                  <a:lnTo>
                    <a:pt x="3227" y="4037"/>
                  </a:lnTo>
                  <a:lnTo>
                    <a:pt x="3215" y="4013"/>
                  </a:lnTo>
                  <a:cubicBezTo>
                    <a:pt x="3192" y="4001"/>
                    <a:pt x="3180" y="3990"/>
                    <a:pt x="3168" y="3990"/>
                  </a:cubicBezTo>
                  <a:lnTo>
                    <a:pt x="3156" y="3990"/>
                  </a:lnTo>
                  <a:lnTo>
                    <a:pt x="3108" y="3942"/>
                  </a:lnTo>
                  <a:lnTo>
                    <a:pt x="3096" y="3930"/>
                  </a:lnTo>
                  <a:lnTo>
                    <a:pt x="3061" y="3894"/>
                  </a:lnTo>
                  <a:lnTo>
                    <a:pt x="3049" y="3882"/>
                  </a:lnTo>
                  <a:lnTo>
                    <a:pt x="3001" y="3835"/>
                  </a:lnTo>
                  <a:lnTo>
                    <a:pt x="2989" y="3823"/>
                  </a:lnTo>
                  <a:lnTo>
                    <a:pt x="2989" y="3811"/>
                  </a:lnTo>
                  <a:cubicBezTo>
                    <a:pt x="2870" y="3680"/>
                    <a:pt x="2775" y="3525"/>
                    <a:pt x="2715" y="3358"/>
                  </a:cubicBezTo>
                  <a:cubicBezTo>
                    <a:pt x="2715" y="3347"/>
                    <a:pt x="2703" y="3335"/>
                    <a:pt x="2703" y="3323"/>
                  </a:cubicBezTo>
                  <a:lnTo>
                    <a:pt x="2703" y="3299"/>
                  </a:lnTo>
                  <a:cubicBezTo>
                    <a:pt x="2703" y="3287"/>
                    <a:pt x="2692" y="3275"/>
                    <a:pt x="2692" y="3263"/>
                  </a:cubicBezTo>
                  <a:lnTo>
                    <a:pt x="2692" y="3239"/>
                  </a:lnTo>
                  <a:cubicBezTo>
                    <a:pt x="2692" y="3228"/>
                    <a:pt x="2680" y="3204"/>
                    <a:pt x="2680" y="3180"/>
                  </a:cubicBezTo>
                  <a:cubicBezTo>
                    <a:pt x="2656" y="3108"/>
                    <a:pt x="2644" y="3049"/>
                    <a:pt x="2632" y="2977"/>
                  </a:cubicBezTo>
                  <a:lnTo>
                    <a:pt x="2632" y="2930"/>
                  </a:lnTo>
                  <a:lnTo>
                    <a:pt x="2632" y="2882"/>
                  </a:lnTo>
                  <a:cubicBezTo>
                    <a:pt x="2632" y="2823"/>
                    <a:pt x="2620" y="2763"/>
                    <a:pt x="2620" y="2704"/>
                  </a:cubicBezTo>
                  <a:lnTo>
                    <a:pt x="2620" y="2644"/>
                  </a:lnTo>
                  <a:lnTo>
                    <a:pt x="2620" y="2632"/>
                  </a:lnTo>
                  <a:lnTo>
                    <a:pt x="2620" y="2573"/>
                  </a:lnTo>
                  <a:lnTo>
                    <a:pt x="2620" y="2513"/>
                  </a:lnTo>
                  <a:lnTo>
                    <a:pt x="2620" y="2501"/>
                  </a:lnTo>
                  <a:cubicBezTo>
                    <a:pt x="2620" y="2454"/>
                    <a:pt x="2632" y="2430"/>
                    <a:pt x="2632" y="2382"/>
                  </a:cubicBezTo>
                  <a:lnTo>
                    <a:pt x="2632" y="2370"/>
                  </a:lnTo>
                  <a:cubicBezTo>
                    <a:pt x="2632" y="2335"/>
                    <a:pt x="2644" y="2287"/>
                    <a:pt x="2656" y="2263"/>
                  </a:cubicBezTo>
                  <a:lnTo>
                    <a:pt x="2656" y="2251"/>
                  </a:lnTo>
                  <a:cubicBezTo>
                    <a:pt x="2680" y="2215"/>
                    <a:pt x="2680" y="2168"/>
                    <a:pt x="2692" y="2144"/>
                  </a:cubicBezTo>
                  <a:lnTo>
                    <a:pt x="2692" y="2132"/>
                  </a:lnTo>
                  <a:cubicBezTo>
                    <a:pt x="2703" y="2096"/>
                    <a:pt x="2715" y="2049"/>
                    <a:pt x="2739" y="2025"/>
                  </a:cubicBezTo>
                  <a:lnTo>
                    <a:pt x="2739" y="2013"/>
                  </a:lnTo>
                  <a:cubicBezTo>
                    <a:pt x="2751" y="1977"/>
                    <a:pt x="2763" y="1930"/>
                    <a:pt x="2775" y="1906"/>
                  </a:cubicBezTo>
                  <a:lnTo>
                    <a:pt x="2775" y="1894"/>
                  </a:lnTo>
                  <a:cubicBezTo>
                    <a:pt x="2799" y="1858"/>
                    <a:pt x="2811" y="1834"/>
                    <a:pt x="2834" y="1799"/>
                  </a:cubicBezTo>
                  <a:lnTo>
                    <a:pt x="2858" y="1787"/>
                  </a:lnTo>
                  <a:cubicBezTo>
                    <a:pt x="2870" y="1751"/>
                    <a:pt x="2894" y="1727"/>
                    <a:pt x="2918" y="1692"/>
                  </a:cubicBezTo>
                  <a:cubicBezTo>
                    <a:pt x="2989" y="1608"/>
                    <a:pt x="3061" y="1513"/>
                    <a:pt x="3156" y="1442"/>
                  </a:cubicBezTo>
                  <a:lnTo>
                    <a:pt x="3180" y="1418"/>
                  </a:lnTo>
                  <a:lnTo>
                    <a:pt x="3299" y="1311"/>
                  </a:lnTo>
                  <a:cubicBezTo>
                    <a:pt x="3299" y="1311"/>
                    <a:pt x="3311" y="1311"/>
                    <a:pt x="3311" y="1299"/>
                  </a:cubicBezTo>
                  <a:cubicBezTo>
                    <a:pt x="3311" y="1299"/>
                    <a:pt x="3335" y="1299"/>
                    <a:pt x="3335" y="1275"/>
                  </a:cubicBezTo>
                  <a:lnTo>
                    <a:pt x="3346" y="1263"/>
                  </a:lnTo>
                  <a:cubicBezTo>
                    <a:pt x="3346" y="1263"/>
                    <a:pt x="3358" y="1263"/>
                    <a:pt x="3358" y="1251"/>
                  </a:cubicBezTo>
                  <a:cubicBezTo>
                    <a:pt x="3358" y="1251"/>
                    <a:pt x="3370" y="1251"/>
                    <a:pt x="3370" y="1239"/>
                  </a:cubicBezTo>
                  <a:cubicBezTo>
                    <a:pt x="3370" y="1239"/>
                    <a:pt x="3394" y="1239"/>
                    <a:pt x="3394" y="1215"/>
                  </a:cubicBezTo>
                  <a:cubicBezTo>
                    <a:pt x="3394" y="1215"/>
                    <a:pt x="3406" y="1215"/>
                    <a:pt x="3406" y="1203"/>
                  </a:cubicBezTo>
                  <a:lnTo>
                    <a:pt x="3430" y="1192"/>
                  </a:lnTo>
                  <a:cubicBezTo>
                    <a:pt x="3430" y="1192"/>
                    <a:pt x="3454" y="1192"/>
                    <a:pt x="3454" y="1180"/>
                  </a:cubicBezTo>
                  <a:cubicBezTo>
                    <a:pt x="3454" y="1180"/>
                    <a:pt x="3465" y="1180"/>
                    <a:pt x="3465" y="1156"/>
                  </a:cubicBezTo>
                  <a:lnTo>
                    <a:pt x="3489" y="1144"/>
                  </a:lnTo>
                  <a:cubicBezTo>
                    <a:pt x="3489" y="1144"/>
                    <a:pt x="3513" y="1144"/>
                    <a:pt x="3513" y="1132"/>
                  </a:cubicBezTo>
                  <a:lnTo>
                    <a:pt x="3585" y="1096"/>
                  </a:lnTo>
                  <a:cubicBezTo>
                    <a:pt x="3585" y="1096"/>
                    <a:pt x="3596" y="1096"/>
                    <a:pt x="3596" y="1084"/>
                  </a:cubicBezTo>
                  <a:cubicBezTo>
                    <a:pt x="3608" y="1084"/>
                    <a:pt x="3608" y="1072"/>
                    <a:pt x="3632" y="1072"/>
                  </a:cubicBezTo>
                  <a:lnTo>
                    <a:pt x="3644" y="1061"/>
                  </a:lnTo>
                  <a:lnTo>
                    <a:pt x="3656" y="1061"/>
                  </a:lnTo>
                  <a:lnTo>
                    <a:pt x="3763" y="1025"/>
                  </a:lnTo>
                  <a:lnTo>
                    <a:pt x="3882" y="1025"/>
                  </a:lnTo>
                  <a:lnTo>
                    <a:pt x="3930" y="1013"/>
                  </a:lnTo>
                  <a:close/>
                  <a:moveTo>
                    <a:pt x="4347" y="418"/>
                  </a:moveTo>
                  <a:cubicBezTo>
                    <a:pt x="4847" y="418"/>
                    <a:pt x="5335" y="584"/>
                    <a:pt x="5740" y="882"/>
                  </a:cubicBezTo>
                  <a:cubicBezTo>
                    <a:pt x="6156" y="1192"/>
                    <a:pt x="6454" y="1620"/>
                    <a:pt x="6585" y="2108"/>
                  </a:cubicBezTo>
                  <a:cubicBezTo>
                    <a:pt x="6621" y="2227"/>
                    <a:pt x="6644" y="2370"/>
                    <a:pt x="6668" y="2489"/>
                  </a:cubicBezTo>
                  <a:lnTo>
                    <a:pt x="6442" y="2489"/>
                  </a:lnTo>
                  <a:cubicBezTo>
                    <a:pt x="6442" y="2442"/>
                    <a:pt x="6430" y="2394"/>
                    <a:pt x="6430" y="2346"/>
                  </a:cubicBezTo>
                  <a:lnTo>
                    <a:pt x="6430" y="2335"/>
                  </a:lnTo>
                  <a:cubicBezTo>
                    <a:pt x="6406" y="2287"/>
                    <a:pt x="6406" y="2251"/>
                    <a:pt x="6394" y="2204"/>
                  </a:cubicBezTo>
                  <a:lnTo>
                    <a:pt x="6394" y="2192"/>
                  </a:lnTo>
                  <a:lnTo>
                    <a:pt x="6347" y="2049"/>
                  </a:lnTo>
                  <a:lnTo>
                    <a:pt x="6347" y="2037"/>
                  </a:lnTo>
                  <a:lnTo>
                    <a:pt x="6311" y="1906"/>
                  </a:lnTo>
                  <a:lnTo>
                    <a:pt x="6311" y="1894"/>
                  </a:lnTo>
                  <a:cubicBezTo>
                    <a:pt x="6287" y="1846"/>
                    <a:pt x="6263" y="1799"/>
                    <a:pt x="6252" y="1775"/>
                  </a:cubicBezTo>
                  <a:lnTo>
                    <a:pt x="6228" y="1751"/>
                  </a:lnTo>
                  <a:cubicBezTo>
                    <a:pt x="6216" y="1715"/>
                    <a:pt x="6192" y="1680"/>
                    <a:pt x="6156" y="1632"/>
                  </a:cubicBezTo>
                  <a:lnTo>
                    <a:pt x="6144" y="1620"/>
                  </a:lnTo>
                  <a:cubicBezTo>
                    <a:pt x="6109" y="1573"/>
                    <a:pt x="6085" y="1549"/>
                    <a:pt x="6073" y="1501"/>
                  </a:cubicBezTo>
                  <a:cubicBezTo>
                    <a:pt x="5978" y="1382"/>
                    <a:pt x="5894" y="1275"/>
                    <a:pt x="5787" y="1192"/>
                  </a:cubicBezTo>
                  <a:lnTo>
                    <a:pt x="5775" y="1180"/>
                  </a:lnTo>
                  <a:lnTo>
                    <a:pt x="5751" y="1156"/>
                  </a:lnTo>
                  <a:lnTo>
                    <a:pt x="5740" y="1144"/>
                  </a:lnTo>
                  <a:lnTo>
                    <a:pt x="5680" y="1084"/>
                  </a:lnTo>
                  <a:lnTo>
                    <a:pt x="5668" y="1072"/>
                  </a:lnTo>
                  <a:lnTo>
                    <a:pt x="5621" y="1037"/>
                  </a:lnTo>
                  <a:lnTo>
                    <a:pt x="5609" y="1025"/>
                  </a:lnTo>
                  <a:lnTo>
                    <a:pt x="5597" y="1013"/>
                  </a:lnTo>
                  <a:lnTo>
                    <a:pt x="5573" y="1001"/>
                  </a:lnTo>
                  <a:lnTo>
                    <a:pt x="5561" y="977"/>
                  </a:lnTo>
                  <a:lnTo>
                    <a:pt x="5549" y="965"/>
                  </a:lnTo>
                  <a:lnTo>
                    <a:pt x="5537" y="953"/>
                  </a:lnTo>
                  <a:lnTo>
                    <a:pt x="5513" y="942"/>
                  </a:lnTo>
                  <a:cubicBezTo>
                    <a:pt x="5513" y="942"/>
                    <a:pt x="5501" y="918"/>
                    <a:pt x="5490" y="918"/>
                  </a:cubicBezTo>
                  <a:lnTo>
                    <a:pt x="5442" y="894"/>
                  </a:lnTo>
                  <a:cubicBezTo>
                    <a:pt x="5430" y="894"/>
                    <a:pt x="5430" y="882"/>
                    <a:pt x="5430" y="882"/>
                  </a:cubicBezTo>
                  <a:cubicBezTo>
                    <a:pt x="5430" y="882"/>
                    <a:pt x="5418" y="858"/>
                    <a:pt x="5394" y="858"/>
                  </a:cubicBezTo>
                  <a:lnTo>
                    <a:pt x="5359" y="834"/>
                  </a:lnTo>
                  <a:cubicBezTo>
                    <a:pt x="5359" y="834"/>
                    <a:pt x="5335" y="834"/>
                    <a:pt x="5335" y="822"/>
                  </a:cubicBezTo>
                  <a:lnTo>
                    <a:pt x="5299" y="787"/>
                  </a:lnTo>
                  <a:cubicBezTo>
                    <a:pt x="5299" y="787"/>
                    <a:pt x="5275" y="787"/>
                    <a:pt x="5275" y="775"/>
                  </a:cubicBezTo>
                  <a:lnTo>
                    <a:pt x="5251" y="763"/>
                  </a:lnTo>
                  <a:cubicBezTo>
                    <a:pt x="5251" y="763"/>
                    <a:pt x="5240" y="763"/>
                    <a:pt x="5216" y="739"/>
                  </a:cubicBezTo>
                  <a:cubicBezTo>
                    <a:pt x="5204" y="739"/>
                    <a:pt x="5192" y="727"/>
                    <a:pt x="5180" y="727"/>
                  </a:cubicBezTo>
                  <a:lnTo>
                    <a:pt x="5144" y="727"/>
                  </a:lnTo>
                  <a:cubicBezTo>
                    <a:pt x="5144" y="727"/>
                    <a:pt x="5132" y="727"/>
                    <a:pt x="5120" y="715"/>
                  </a:cubicBezTo>
                  <a:lnTo>
                    <a:pt x="5037" y="715"/>
                  </a:lnTo>
                  <a:lnTo>
                    <a:pt x="5013" y="703"/>
                  </a:lnTo>
                  <a:lnTo>
                    <a:pt x="5001" y="703"/>
                  </a:lnTo>
                  <a:cubicBezTo>
                    <a:pt x="4978" y="703"/>
                    <a:pt x="4978" y="703"/>
                    <a:pt x="4966" y="680"/>
                  </a:cubicBezTo>
                  <a:lnTo>
                    <a:pt x="3989" y="680"/>
                  </a:lnTo>
                  <a:lnTo>
                    <a:pt x="3942" y="703"/>
                  </a:lnTo>
                  <a:lnTo>
                    <a:pt x="3727" y="703"/>
                  </a:lnTo>
                  <a:cubicBezTo>
                    <a:pt x="3716" y="703"/>
                    <a:pt x="3716" y="703"/>
                    <a:pt x="3704" y="715"/>
                  </a:cubicBezTo>
                  <a:lnTo>
                    <a:pt x="3585" y="715"/>
                  </a:lnTo>
                  <a:cubicBezTo>
                    <a:pt x="3573" y="715"/>
                    <a:pt x="3573" y="715"/>
                    <a:pt x="3549" y="727"/>
                  </a:cubicBezTo>
                  <a:lnTo>
                    <a:pt x="3525" y="727"/>
                  </a:lnTo>
                  <a:cubicBezTo>
                    <a:pt x="3513" y="727"/>
                    <a:pt x="3489" y="751"/>
                    <a:pt x="3477" y="751"/>
                  </a:cubicBezTo>
                  <a:cubicBezTo>
                    <a:pt x="3465" y="751"/>
                    <a:pt x="3465" y="751"/>
                    <a:pt x="3454" y="763"/>
                  </a:cubicBezTo>
                  <a:lnTo>
                    <a:pt x="3418" y="775"/>
                  </a:lnTo>
                  <a:cubicBezTo>
                    <a:pt x="3418" y="775"/>
                    <a:pt x="3406" y="775"/>
                    <a:pt x="3406" y="787"/>
                  </a:cubicBezTo>
                  <a:lnTo>
                    <a:pt x="3370" y="811"/>
                  </a:lnTo>
                  <a:lnTo>
                    <a:pt x="3358" y="822"/>
                  </a:lnTo>
                  <a:cubicBezTo>
                    <a:pt x="3358" y="822"/>
                    <a:pt x="3346" y="822"/>
                    <a:pt x="3346" y="834"/>
                  </a:cubicBezTo>
                  <a:lnTo>
                    <a:pt x="3299" y="870"/>
                  </a:lnTo>
                  <a:lnTo>
                    <a:pt x="3287" y="882"/>
                  </a:lnTo>
                  <a:cubicBezTo>
                    <a:pt x="3275" y="882"/>
                    <a:pt x="3275" y="894"/>
                    <a:pt x="3251" y="894"/>
                  </a:cubicBezTo>
                  <a:lnTo>
                    <a:pt x="3215" y="930"/>
                  </a:lnTo>
                  <a:lnTo>
                    <a:pt x="3192" y="942"/>
                  </a:lnTo>
                  <a:lnTo>
                    <a:pt x="3180" y="953"/>
                  </a:lnTo>
                  <a:cubicBezTo>
                    <a:pt x="3180" y="953"/>
                    <a:pt x="3168" y="965"/>
                    <a:pt x="3156" y="965"/>
                  </a:cubicBezTo>
                  <a:lnTo>
                    <a:pt x="3132" y="989"/>
                  </a:lnTo>
                  <a:lnTo>
                    <a:pt x="3120" y="1001"/>
                  </a:lnTo>
                  <a:lnTo>
                    <a:pt x="3108" y="1013"/>
                  </a:lnTo>
                  <a:cubicBezTo>
                    <a:pt x="3096" y="1013"/>
                    <a:pt x="3096" y="1025"/>
                    <a:pt x="3096" y="1025"/>
                  </a:cubicBezTo>
                  <a:lnTo>
                    <a:pt x="3073" y="1049"/>
                  </a:lnTo>
                  <a:lnTo>
                    <a:pt x="3037" y="1072"/>
                  </a:lnTo>
                  <a:lnTo>
                    <a:pt x="3013" y="1084"/>
                  </a:lnTo>
                  <a:lnTo>
                    <a:pt x="2954" y="1144"/>
                  </a:lnTo>
                  <a:lnTo>
                    <a:pt x="2942" y="1168"/>
                  </a:lnTo>
                  <a:lnTo>
                    <a:pt x="2930" y="1180"/>
                  </a:lnTo>
                  <a:lnTo>
                    <a:pt x="2918" y="1192"/>
                  </a:lnTo>
                  <a:cubicBezTo>
                    <a:pt x="2811" y="1287"/>
                    <a:pt x="2715" y="1382"/>
                    <a:pt x="2632" y="1501"/>
                  </a:cubicBezTo>
                  <a:cubicBezTo>
                    <a:pt x="2596" y="1549"/>
                    <a:pt x="2573" y="1584"/>
                    <a:pt x="2561" y="1620"/>
                  </a:cubicBezTo>
                  <a:lnTo>
                    <a:pt x="2537" y="1644"/>
                  </a:lnTo>
                  <a:cubicBezTo>
                    <a:pt x="2513" y="1680"/>
                    <a:pt x="2501" y="1715"/>
                    <a:pt x="2465" y="1763"/>
                  </a:cubicBezTo>
                  <a:lnTo>
                    <a:pt x="2465" y="1775"/>
                  </a:lnTo>
                  <a:cubicBezTo>
                    <a:pt x="2453" y="1823"/>
                    <a:pt x="2418" y="1846"/>
                    <a:pt x="2406" y="1894"/>
                  </a:cubicBezTo>
                  <a:lnTo>
                    <a:pt x="2406" y="1906"/>
                  </a:lnTo>
                  <a:lnTo>
                    <a:pt x="2358" y="2037"/>
                  </a:lnTo>
                  <a:lnTo>
                    <a:pt x="2358" y="2061"/>
                  </a:lnTo>
                  <a:lnTo>
                    <a:pt x="2322" y="2192"/>
                  </a:lnTo>
                  <a:lnTo>
                    <a:pt x="2322" y="2204"/>
                  </a:lnTo>
                  <a:cubicBezTo>
                    <a:pt x="2299" y="2251"/>
                    <a:pt x="2287" y="2299"/>
                    <a:pt x="2287" y="2335"/>
                  </a:cubicBezTo>
                  <a:lnTo>
                    <a:pt x="2287" y="2358"/>
                  </a:lnTo>
                  <a:cubicBezTo>
                    <a:pt x="2275" y="2394"/>
                    <a:pt x="2275" y="2442"/>
                    <a:pt x="2275" y="2489"/>
                  </a:cubicBezTo>
                  <a:lnTo>
                    <a:pt x="2275" y="2501"/>
                  </a:lnTo>
                  <a:lnTo>
                    <a:pt x="2275" y="2573"/>
                  </a:lnTo>
                  <a:lnTo>
                    <a:pt x="2275" y="2656"/>
                  </a:lnTo>
                  <a:lnTo>
                    <a:pt x="2275" y="2668"/>
                  </a:lnTo>
                  <a:lnTo>
                    <a:pt x="2275" y="2739"/>
                  </a:lnTo>
                  <a:cubicBezTo>
                    <a:pt x="2275" y="2811"/>
                    <a:pt x="2275" y="2894"/>
                    <a:pt x="2287" y="2954"/>
                  </a:cubicBezTo>
                  <a:lnTo>
                    <a:pt x="2287" y="2989"/>
                  </a:lnTo>
                  <a:cubicBezTo>
                    <a:pt x="2287" y="3013"/>
                    <a:pt x="2287" y="3037"/>
                    <a:pt x="2299" y="3049"/>
                  </a:cubicBezTo>
                  <a:cubicBezTo>
                    <a:pt x="2322" y="3144"/>
                    <a:pt x="2334" y="3228"/>
                    <a:pt x="2358" y="3311"/>
                  </a:cubicBezTo>
                  <a:cubicBezTo>
                    <a:pt x="2358" y="3335"/>
                    <a:pt x="2382" y="3347"/>
                    <a:pt x="2394" y="3382"/>
                  </a:cubicBezTo>
                  <a:lnTo>
                    <a:pt x="2394" y="3394"/>
                  </a:lnTo>
                  <a:cubicBezTo>
                    <a:pt x="2394" y="3406"/>
                    <a:pt x="2406" y="3442"/>
                    <a:pt x="2406" y="3454"/>
                  </a:cubicBezTo>
                  <a:lnTo>
                    <a:pt x="2406" y="3466"/>
                  </a:lnTo>
                  <a:cubicBezTo>
                    <a:pt x="2418" y="3489"/>
                    <a:pt x="2418" y="3513"/>
                    <a:pt x="2442" y="3525"/>
                  </a:cubicBezTo>
                  <a:lnTo>
                    <a:pt x="2442" y="3549"/>
                  </a:lnTo>
                  <a:cubicBezTo>
                    <a:pt x="2513" y="3739"/>
                    <a:pt x="2632" y="3918"/>
                    <a:pt x="2763" y="4085"/>
                  </a:cubicBezTo>
                  <a:lnTo>
                    <a:pt x="2775" y="4097"/>
                  </a:lnTo>
                  <a:lnTo>
                    <a:pt x="2799" y="4109"/>
                  </a:lnTo>
                  <a:lnTo>
                    <a:pt x="2799" y="4120"/>
                  </a:lnTo>
                  <a:lnTo>
                    <a:pt x="2811" y="4144"/>
                  </a:lnTo>
                  <a:cubicBezTo>
                    <a:pt x="2823" y="4156"/>
                    <a:pt x="2834" y="4168"/>
                    <a:pt x="2858" y="4204"/>
                  </a:cubicBezTo>
                  <a:lnTo>
                    <a:pt x="2870" y="4216"/>
                  </a:lnTo>
                  <a:lnTo>
                    <a:pt x="2918" y="4263"/>
                  </a:lnTo>
                  <a:lnTo>
                    <a:pt x="2930" y="4275"/>
                  </a:lnTo>
                  <a:cubicBezTo>
                    <a:pt x="2942" y="4287"/>
                    <a:pt x="2954" y="4299"/>
                    <a:pt x="2989" y="4323"/>
                  </a:cubicBezTo>
                  <a:lnTo>
                    <a:pt x="3001" y="4335"/>
                  </a:lnTo>
                  <a:lnTo>
                    <a:pt x="3049" y="4382"/>
                  </a:lnTo>
                  <a:lnTo>
                    <a:pt x="3061" y="4394"/>
                  </a:lnTo>
                  <a:cubicBezTo>
                    <a:pt x="3073" y="4406"/>
                    <a:pt x="3108" y="4418"/>
                    <a:pt x="3120" y="4442"/>
                  </a:cubicBezTo>
                  <a:lnTo>
                    <a:pt x="3132" y="4442"/>
                  </a:lnTo>
                  <a:cubicBezTo>
                    <a:pt x="3156" y="4454"/>
                    <a:pt x="3168" y="4466"/>
                    <a:pt x="3192" y="4478"/>
                  </a:cubicBezTo>
                  <a:lnTo>
                    <a:pt x="3215" y="4501"/>
                  </a:lnTo>
                  <a:lnTo>
                    <a:pt x="3227" y="4501"/>
                  </a:lnTo>
                  <a:cubicBezTo>
                    <a:pt x="3215" y="4501"/>
                    <a:pt x="3215" y="4513"/>
                    <a:pt x="3192" y="4513"/>
                  </a:cubicBezTo>
                  <a:cubicBezTo>
                    <a:pt x="3156" y="4537"/>
                    <a:pt x="3096" y="4573"/>
                    <a:pt x="3049" y="4597"/>
                  </a:cubicBezTo>
                  <a:cubicBezTo>
                    <a:pt x="3037" y="4597"/>
                    <a:pt x="3037" y="4621"/>
                    <a:pt x="3013" y="4621"/>
                  </a:cubicBezTo>
                  <a:cubicBezTo>
                    <a:pt x="2977" y="4585"/>
                    <a:pt x="2942" y="4561"/>
                    <a:pt x="2894" y="4525"/>
                  </a:cubicBezTo>
                  <a:lnTo>
                    <a:pt x="2858" y="4478"/>
                  </a:lnTo>
                  <a:lnTo>
                    <a:pt x="2811" y="4442"/>
                  </a:lnTo>
                  <a:lnTo>
                    <a:pt x="2799" y="4418"/>
                  </a:lnTo>
                  <a:lnTo>
                    <a:pt x="2763" y="4394"/>
                  </a:lnTo>
                  <a:lnTo>
                    <a:pt x="2751" y="4382"/>
                  </a:lnTo>
                  <a:cubicBezTo>
                    <a:pt x="2620" y="4347"/>
                    <a:pt x="2608" y="4335"/>
                    <a:pt x="2608" y="4335"/>
                  </a:cubicBezTo>
                  <a:lnTo>
                    <a:pt x="2584" y="4311"/>
                  </a:lnTo>
                  <a:lnTo>
                    <a:pt x="2561" y="4287"/>
                  </a:lnTo>
                  <a:lnTo>
                    <a:pt x="2537" y="4275"/>
                  </a:lnTo>
                  <a:lnTo>
                    <a:pt x="2513" y="4240"/>
                  </a:lnTo>
                  <a:lnTo>
                    <a:pt x="2501" y="4228"/>
                  </a:lnTo>
                  <a:cubicBezTo>
                    <a:pt x="2501" y="4216"/>
                    <a:pt x="2477" y="4216"/>
                    <a:pt x="2477" y="4192"/>
                  </a:cubicBezTo>
                  <a:lnTo>
                    <a:pt x="2465" y="4180"/>
                  </a:lnTo>
                  <a:cubicBezTo>
                    <a:pt x="2465" y="4168"/>
                    <a:pt x="2453" y="4168"/>
                    <a:pt x="2453" y="4156"/>
                  </a:cubicBezTo>
                  <a:lnTo>
                    <a:pt x="2442" y="4132"/>
                  </a:lnTo>
                  <a:cubicBezTo>
                    <a:pt x="2442" y="4120"/>
                    <a:pt x="2418" y="4120"/>
                    <a:pt x="2418" y="4109"/>
                  </a:cubicBezTo>
                  <a:lnTo>
                    <a:pt x="2406" y="4097"/>
                  </a:lnTo>
                  <a:cubicBezTo>
                    <a:pt x="2406" y="4073"/>
                    <a:pt x="2394" y="4073"/>
                    <a:pt x="2394" y="4061"/>
                  </a:cubicBezTo>
                  <a:lnTo>
                    <a:pt x="2382" y="4049"/>
                  </a:lnTo>
                  <a:cubicBezTo>
                    <a:pt x="2358" y="4037"/>
                    <a:pt x="2358" y="4013"/>
                    <a:pt x="2346" y="4001"/>
                  </a:cubicBezTo>
                  <a:lnTo>
                    <a:pt x="2346" y="3990"/>
                  </a:lnTo>
                  <a:cubicBezTo>
                    <a:pt x="2334" y="3978"/>
                    <a:pt x="2334" y="3954"/>
                    <a:pt x="2322" y="3942"/>
                  </a:cubicBezTo>
                  <a:lnTo>
                    <a:pt x="2299" y="3930"/>
                  </a:lnTo>
                  <a:cubicBezTo>
                    <a:pt x="2299" y="3918"/>
                    <a:pt x="2287" y="3894"/>
                    <a:pt x="2287" y="3894"/>
                  </a:cubicBezTo>
                  <a:lnTo>
                    <a:pt x="2275" y="3882"/>
                  </a:lnTo>
                  <a:cubicBezTo>
                    <a:pt x="2275" y="3870"/>
                    <a:pt x="2263" y="3870"/>
                    <a:pt x="2263" y="3859"/>
                  </a:cubicBezTo>
                  <a:lnTo>
                    <a:pt x="2239" y="3835"/>
                  </a:lnTo>
                  <a:cubicBezTo>
                    <a:pt x="2239" y="3823"/>
                    <a:pt x="2227" y="3823"/>
                    <a:pt x="2227" y="3811"/>
                  </a:cubicBezTo>
                  <a:lnTo>
                    <a:pt x="2215" y="3775"/>
                  </a:lnTo>
                  <a:cubicBezTo>
                    <a:pt x="2215" y="3763"/>
                    <a:pt x="2203" y="3763"/>
                    <a:pt x="2203" y="3751"/>
                  </a:cubicBezTo>
                  <a:cubicBezTo>
                    <a:pt x="2203" y="3739"/>
                    <a:pt x="2203" y="3739"/>
                    <a:pt x="2180" y="3716"/>
                  </a:cubicBezTo>
                  <a:cubicBezTo>
                    <a:pt x="2180" y="3704"/>
                    <a:pt x="2168" y="3704"/>
                    <a:pt x="2168" y="3692"/>
                  </a:cubicBezTo>
                  <a:cubicBezTo>
                    <a:pt x="2168" y="3692"/>
                    <a:pt x="2168" y="3680"/>
                    <a:pt x="2156" y="3680"/>
                  </a:cubicBezTo>
                  <a:cubicBezTo>
                    <a:pt x="2156" y="3656"/>
                    <a:pt x="2144" y="3656"/>
                    <a:pt x="2144" y="3644"/>
                  </a:cubicBezTo>
                  <a:cubicBezTo>
                    <a:pt x="2144" y="3632"/>
                    <a:pt x="2144" y="3632"/>
                    <a:pt x="2120" y="3620"/>
                  </a:cubicBezTo>
                  <a:cubicBezTo>
                    <a:pt x="2120" y="3597"/>
                    <a:pt x="2108" y="3597"/>
                    <a:pt x="2108" y="3585"/>
                  </a:cubicBezTo>
                  <a:lnTo>
                    <a:pt x="2096" y="3561"/>
                  </a:lnTo>
                  <a:cubicBezTo>
                    <a:pt x="2096" y="3537"/>
                    <a:pt x="2084" y="3537"/>
                    <a:pt x="2084" y="3525"/>
                  </a:cubicBezTo>
                  <a:lnTo>
                    <a:pt x="2061" y="3501"/>
                  </a:lnTo>
                  <a:cubicBezTo>
                    <a:pt x="2061" y="3478"/>
                    <a:pt x="2049" y="3466"/>
                    <a:pt x="2049" y="3454"/>
                  </a:cubicBezTo>
                  <a:lnTo>
                    <a:pt x="2049" y="3442"/>
                  </a:lnTo>
                  <a:cubicBezTo>
                    <a:pt x="2049" y="3418"/>
                    <a:pt x="2037" y="3394"/>
                    <a:pt x="2037" y="3382"/>
                  </a:cubicBezTo>
                  <a:lnTo>
                    <a:pt x="2037" y="3358"/>
                  </a:lnTo>
                  <a:cubicBezTo>
                    <a:pt x="2037" y="3347"/>
                    <a:pt x="2025" y="3335"/>
                    <a:pt x="2025" y="3323"/>
                  </a:cubicBezTo>
                  <a:lnTo>
                    <a:pt x="2025" y="3287"/>
                  </a:lnTo>
                  <a:cubicBezTo>
                    <a:pt x="2025" y="3275"/>
                    <a:pt x="2025" y="3263"/>
                    <a:pt x="2001" y="3239"/>
                  </a:cubicBezTo>
                  <a:lnTo>
                    <a:pt x="2001" y="3216"/>
                  </a:lnTo>
                  <a:lnTo>
                    <a:pt x="2001" y="3180"/>
                  </a:lnTo>
                  <a:lnTo>
                    <a:pt x="2001" y="3156"/>
                  </a:lnTo>
                  <a:lnTo>
                    <a:pt x="2001" y="3120"/>
                  </a:lnTo>
                  <a:lnTo>
                    <a:pt x="2001" y="3097"/>
                  </a:lnTo>
                  <a:lnTo>
                    <a:pt x="2001" y="3061"/>
                  </a:lnTo>
                  <a:lnTo>
                    <a:pt x="2001" y="3037"/>
                  </a:lnTo>
                  <a:lnTo>
                    <a:pt x="2001" y="3001"/>
                  </a:lnTo>
                  <a:lnTo>
                    <a:pt x="2001" y="2977"/>
                  </a:lnTo>
                  <a:lnTo>
                    <a:pt x="2001" y="2942"/>
                  </a:lnTo>
                  <a:lnTo>
                    <a:pt x="2001" y="2930"/>
                  </a:lnTo>
                  <a:lnTo>
                    <a:pt x="2001" y="2906"/>
                  </a:lnTo>
                  <a:lnTo>
                    <a:pt x="2001" y="2870"/>
                  </a:lnTo>
                  <a:lnTo>
                    <a:pt x="2001" y="2823"/>
                  </a:lnTo>
                  <a:lnTo>
                    <a:pt x="2001" y="2811"/>
                  </a:lnTo>
                  <a:lnTo>
                    <a:pt x="2001" y="2751"/>
                  </a:lnTo>
                  <a:cubicBezTo>
                    <a:pt x="2001" y="2525"/>
                    <a:pt x="2037" y="2323"/>
                    <a:pt x="2096" y="2108"/>
                  </a:cubicBezTo>
                  <a:cubicBezTo>
                    <a:pt x="2227" y="1620"/>
                    <a:pt x="2537" y="1192"/>
                    <a:pt x="2942" y="882"/>
                  </a:cubicBezTo>
                  <a:cubicBezTo>
                    <a:pt x="3346" y="584"/>
                    <a:pt x="3835" y="418"/>
                    <a:pt x="4347" y="418"/>
                  </a:cubicBezTo>
                  <a:close/>
                  <a:moveTo>
                    <a:pt x="4251" y="1"/>
                  </a:moveTo>
                  <a:cubicBezTo>
                    <a:pt x="3656" y="1"/>
                    <a:pt x="3096" y="191"/>
                    <a:pt x="2620" y="537"/>
                  </a:cubicBezTo>
                  <a:cubicBezTo>
                    <a:pt x="2144" y="894"/>
                    <a:pt x="1787" y="1406"/>
                    <a:pt x="1620" y="1977"/>
                  </a:cubicBezTo>
                  <a:cubicBezTo>
                    <a:pt x="1549" y="2215"/>
                    <a:pt x="1513" y="2477"/>
                    <a:pt x="1513" y="2727"/>
                  </a:cubicBezTo>
                  <a:lnTo>
                    <a:pt x="1513" y="2799"/>
                  </a:lnTo>
                  <a:lnTo>
                    <a:pt x="1513" y="2811"/>
                  </a:lnTo>
                  <a:lnTo>
                    <a:pt x="1513" y="2835"/>
                  </a:lnTo>
                  <a:lnTo>
                    <a:pt x="1513" y="2870"/>
                  </a:lnTo>
                  <a:lnTo>
                    <a:pt x="1513" y="2906"/>
                  </a:lnTo>
                  <a:lnTo>
                    <a:pt x="1513" y="2954"/>
                  </a:lnTo>
                  <a:lnTo>
                    <a:pt x="1513" y="2977"/>
                  </a:lnTo>
                  <a:lnTo>
                    <a:pt x="1513" y="3025"/>
                  </a:lnTo>
                  <a:lnTo>
                    <a:pt x="1513" y="3049"/>
                  </a:lnTo>
                  <a:lnTo>
                    <a:pt x="1513" y="3097"/>
                  </a:lnTo>
                  <a:lnTo>
                    <a:pt x="1513" y="3132"/>
                  </a:lnTo>
                  <a:lnTo>
                    <a:pt x="1513" y="3168"/>
                  </a:lnTo>
                  <a:lnTo>
                    <a:pt x="1513" y="3204"/>
                  </a:lnTo>
                  <a:lnTo>
                    <a:pt x="1513" y="3251"/>
                  </a:lnTo>
                  <a:lnTo>
                    <a:pt x="1513" y="3275"/>
                  </a:lnTo>
                  <a:cubicBezTo>
                    <a:pt x="1513" y="3287"/>
                    <a:pt x="1513" y="3311"/>
                    <a:pt x="1537" y="3323"/>
                  </a:cubicBezTo>
                  <a:lnTo>
                    <a:pt x="1537" y="3335"/>
                  </a:lnTo>
                  <a:lnTo>
                    <a:pt x="1537" y="3347"/>
                  </a:lnTo>
                  <a:cubicBezTo>
                    <a:pt x="1537" y="3370"/>
                    <a:pt x="1537" y="3382"/>
                    <a:pt x="1549" y="3394"/>
                  </a:cubicBezTo>
                  <a:lnTo>
                    <a:pt x="1549" y="3430"/>
                  </a:lnTo>
                  <a:cubicBezTo>
                    <a:pt x="1549" y="3442"/>
                    <a:pt x="1560" y="3454"/>
                    <a:pt x="1560" y="3489"/>
                  </a:cubicBezTo>
                  <a:lnTo>
                    <a:pt x="1560" y="3501"/>
                  </a:lnTo>
                  <a:cubicBezTo>
                    <a:pt x="1560" y="3525"/>
                    <a:pt x="1572" y="3549"/>
                    <a:pt x="1572" y="3573"/>
                  </a:cubicBezTo>
                  <a:lnTo>
                    <a:pt x="1572" y="3585"/>
                  </a:lnTo>
                  <a:cubicBezTo>
                    <a:pt x="1572" y="3609"/>
                    <a:pt x="1596" y="3620"/>
                    <a:pt x="1596" y="3632"/>
                  </a:cubicBezTo>
                  <a:lnTo>
                    <a:pt x="1596" y="3644"/>
                  </a:lnTo>
                  <a:lnTo>
                    <a:pt x="1596" y="3668"/>
                  </a:lnTo>
                  <a:cubicBezTo>
                    <a:pt x="1596" y="3680"/>
                    <a:pt x="1608" y="3692"/>
                    <a:pt x="1608" y="3704"/>
                  </a:cubicBezTo>
                  <a:lnTo>
                    <a:pt x="1608" y="3728"/>
                  </a:lnTo>
                  <a:lnTo>
                    <a:pt x="1608" y="3739"/>
                  </a:lnTo>
                  <a:cubicBezTo>
                    <a:pt x="1608" y="3751"/>
                    <a:pt x="1620" y="3763"/>
                    <a:pt x="1620" y="3787"/>
                  </a:cubicBezTo>
                  <a:cubicBezTo>
                    <a:pt x="1620" y="3799"/>
                    <a:pt x="1632" y="3799"/>
                    <a:pt x="1632" y="3811"/>
                  </a:cubicBezTo>
                  <a:cubicBezTo>
                    <a:pt x="1632" y="3823"/>
                    <a:pt x="1656" y="3847"/>
                    <a:pt x="1656" y="3847"/>
                  </a:cubicBezTo>
                  <a:cubicBezTo>
                    <a:pt x="1656" y="3859"/>
                    <a:pt x="1656" y="3859"/>
                    <a:pt x="1668" y="3870"/>
                  </a:cubicBezTo>
                  <a:cubicBezTo>
                    <a:pt x="1668" y="3882"/>
                    <a:pt x="1680" y="3906"/>
                    <a:pt x="1680" y="3906"/>
                  </a:cubicBezTo>
                  <a:cubicBezTo>
                    <a:pt x="1680" y="3918"/>
                    <a:pt x="1691" y="3918"/>
                    <a:pt x="1691" y="3930"/>
                  </a:cubicBezTo>
                  <a:cubicBezTo>
                    <a:pt x="1691" y="3942"/>
                    <a:pt x="1715" y="3966"/>
                    <a:pt x="1715" y="3966"/>
                  </a:cubicBezTo>
                  <a:lnTo>
                    <a:pt x="1727" y="3990"/>
                  </a:lnTo>
                  <a:cubicBezTo>
                    <a:pt x="1727" y="4001"/>
                    <a:pt x="1739" y="4025"/>
                    <a:pt x="1739" y="4025"/>
                  </a:cubicBezTo>
                  <a:cubicBezTo>
                    <a:pt x="1739" y="4025"/>
                    <a:pt x="1739" y="4037"/>
                    <a:pt x="1751" y="4037"/>
                  </a:cubicBezTo>
                  <a:cubicBezTo>
                    <a:pt x="1751" y="4049"/>
                    <a:pt x="1775" y="4061"/>
                    <a:pt x="1775" y="4061"/>
                  </a:cubicBezTo>
                  <a:cubicBezTo>
                    <a:pt x="1775" y="4061"/>
                    <a:pt x="1775" y="4085"/>
                    <a:pt x="1787" y="4085"/>
                  </a:cubicBezTo>
                  <a:cubicBezTo>
                    <a:pt x="1799" y="4097"/>
                    <a:pt x="1799" y="4109"/>
                    <a:pt x="1811" y="4120"/>
                  </a:cubicBezTo>
                  <a:lnTo>
                    <a:pt x="1834" y="4144"/>
                  </a:lnTo>
                  <a:cubicBezTo>
                    <a:pt x="1846" y="4156"/>
                    <a:pt x="1858" y="4180"/>
                    <a:pt x="1858" y="4204"/>
                  </a:cubicBezTo>
                  <a:lnTo>
                    <a:pt x="1858" y="4216"/>
                  </a:lnTo>
                  <a:cubicBezTo>
                    <a:pt x="1870" y="4228"/>
                    <a:pt x="1870" y="4240"/>
                    <a:pt x="1894" y="4263"/>
                  </a:cubicBezTo>
                  <a:lnTo>
                    <a:pt x="1906" y="4287"/>
                  </a:lnTo>
                  <a:cubicBezTo>
                    <a:pt x="1918" y="4299"/>
                    <a:pt x="1918" y="4323"/>
                    <a:pt x="1930" y="4323"/>
                  </a:cubicBezTo>
                  <a:lnTo>
                    <a:pt x="1953" y="4335"/>
                  </a:lnTo>
                  <a:cubicBezTo>
                    <a:pt x="1965" y="4347"/>
                    <a:pt x="1965" y="4359"/>
                    <a:pt x="1977" y="4359"/>
                  </a:cubicBezTo>
                  <a:cubicBezTo>
                    <a:pt x="1977" y="4382"/>
                    <a:pt x="1989" y="4382"/>
                    <a:pt x="1989" y="4394"/>
                  </a:cubicBezTo>
                  <a:lnTo>
                    <a:pt x="2025" y="4418"/>
                  </a:lnTo>
                  <a:lnTo>
                    <a:pt x="2037" y="4442"/>
                  </a:lnTo>
                  <a:lnTo>
                    <a:pt x="2072" y="4466"/>
                  </a:lnTo>
                  <a:cubicBezTo>
                    <a:pt x="2072" y="4478"/>
                    <a:pt x="2084" y="4478"/>
                    <a:pt x="2084" y="4501"/>
                  </a:cubicBezTo>
                  <a:lnTo>
                    <a:pt x="2108" y="4525"/>
                  </a:lnTo>
                  <a:cubicBezTo>
                    <a:pt x="2108" y="4537"/>
                    <a:pt x="2132" y="4537"/>
                    <a:pt x="2132" y="4537"/>
                  </a:cubicBezTo>
                  <a:lnTo>
                    <a:pt x="2156" y="4573"/>
                  </a:lnTo>
                  <a:lnTo>
                    <a:pt x="2168" y="4585"/>
                  </a:lnTo>
                  <a:lnTo>
                    <a:pt x="2203" y="4621"/>
                  </a:lnTo>
                  <a:lnTo>
                    <a:pt x="2215" y="4632"/>
                  </a:lnTo>
                  <a:lnTo>
                    <a:pt x="2251" y="4656"/>
                  </a:lnTo>
                  <a:lnTo>
                    <a:pt x="2263" y="4680"/>
                  </a:lnTo>
                  <a:lnTo>
                    <a:pt x="2311" y="4716"/>
                  </a:lnTo>
                  <a:lnTo>
                    <a:pt x="2346" y="4763"/>
                  </a:lnTo>
                  <a:cubicBezTo>
                    <a:pt x="2382" y="4775"/>
                    <a:pt x="2406" y="4811"/>
                    <a:pt x="2430" y="4823"/>
                  </a:cubicBezTo>
                  <a:lnTo>
                    <a:pt x="2406" y="4835"/>
                  </a:lnTo>
                  <a:cubicBezTo>
                    <a:pt x="2287" y="4811"/>
                    <a:pt x="2156" y="4811"/>
                    <a:pt x="2025" y="4811"/>
                  </a:cubicBezTo>
                  <a:cubicBezTo>
                    <a:pt x="906" y="4811"/>
                    <a:pt x="1" y="5716"/>
                    <a:pt x="1" y="6835"/>
                  </a:cubicBezTo>
                  <a:cubicBezTo>
                    <a:pt x="1" y="7954"/>
                    <a:pt x="906" y="8859"/>
                    <a:pt x="2025" y="8859"/>
                  </a:cubicBezTo>
                  <a:lnTo>
                    <a:pt x="8633" y="8859"/>
                  </a:lnTo>
                  <a:cubicBezTo>
                    <a:pt x="8740" y="8859"/>
                    <a:pt x="8823" y="8764"/>
                    <a:pt x="8823" y="8669"/>
                  </a:cubicBezTo>
                  <a:cubicBezTo>
                    <a:pt x="9002" y="8573"/>
                    <a:pt x="8919" y="8490"/>
                    <a:pt x="8811" y="8490"/>
                  </a:cubicBezTo>
                  <a:lnTo>
                    <a:pt x="2203" y="8490"/>
                  </a:lnTo>
                  <a:cubicBezTo>
                    <a:pt x="1299" y="8490"/>
                    <a:pt x="560" y="7752"/>
                    <a:pt x="560" y="6847"/>
                  </a:cubicBezTo>
                  <a:cubicBezTo>
                    <a:pt x="560" y="5942"/>
                    <a:pt x="1299" y="5216"/>
                    <a:pt x="2203" y="5216"/>
                  </a:cubicBezTo>
                  <a:cubicBezTo>
                    <a:pt x="2334" y="5216"/>
                    <a:pt x="2489" y="5228"/>
                    <a:pt x="2620" y="5275"/>
                  </a:cubicBezTo>
                  <a:cubicBezTo>
                    <a:pt x="2629" y="5277"/>
                    <a:pt x="2639" y="5278"/>
                    <a:pt x="2649" y="5278"/>
                  </a:cubicBezTo>
                  <a:cubicBezTo>
                    <a:pt x="2715" y="5278"/>
                    <a:pt x="2791" y="5244"/>
                    <a:pt x="2823" y="5192"/>
                  </a:cubicBezTo>
                  <a:cubicBezTo>
                    <a:pt x="2882" y="5109"/>
                    <a:pt x="2954" y="5037"/>
                    <a:pt x="3037" y="4978"/>
                  </a:cubicBezTo>
                  <a:cubicBezTo>
                    <a:pt x="3049" y="4954"/>
                    <a:pt x="3061" y="4942"/>
                    <a:pt x="3096" y="4930"/>
                  </a:cubicBezTo>
                  <a:lnTo>
                    <a:pt x="3108" y="4930"/>
                  </a:lnTo>
                  <a:cubicBezTo>
                    <a:pt x="3120" y="4918"/>
                    <a:pt x="3132" y="4894"/>
                    <a:pt x="3168" y="4882"/>
                  </a:cubicBezTo>
                  <a:cubicBezTo>
                    <a:pt x="3215" y="4859"/>
                    <a:pt x="3251" y="4823"/>
                    <a:pt x="3299" y="4811"/>
                  </a:cubicBezTo>
                  <a:cubicBezTo>
                    <a:pt x="3311" y="4799"/>
                    <a:pt x="3346" y="4799"/>
                    <a:pt x="3358" y="4775"/>
                  </a:cubicBezTo>
                  <a:cubicBezTo>
                    <a:pt x="3406" y="4763"/>
                    <a:pt x="3454" y="4740"/>
                    <a:pt x="3489" y="4716"/>
                  </a:cubicBezTo>
                  <a:cubicBezTo>
                    <a:pt x="3513" y="4716"/>
                    <a:pt x="3537" y="4704"/>
                    <a:pt x="3549" y="4704"/>
                  </a:cubicBezTo>
                  <a:lnTo>
                    <a:pt x="3573" y="4704"/>
                  </a:lnTo>
                  <a:cubicBezTo>
                    <a:pt x="3585" y="4704"/>
                    <a:pt x="3608" y="4692"/>
                    <a:pt x="3632" y="4692"/>
                  </a:cubicBezTo>
                  <a:lnTo>
                    <a:pt x="3930" y="4692"/>
                  </a:lnTo>
                  <a:cubicBezTo>
                    <a:pt x="3989" y="4692"/>
                    <a:pt x="4025" y="4704"/>
                    <a:pt x="4085" y="4704"/>
                  </a:cubicBezTo>
                  <a:cubicBezTo>
                    <a:pt x="4120" y="4704"/>
                    <a:pt x="4132" y="4716"/>
                    <a:pt x="4168" y="4716"/>
                  </a:cubicBezTo>
                  <a:lnTo>
                    <a:pt x="4180" y="4716"/>
                  </a:lnTo>
                  <a:cubicBezTo>
                    <a:pt x="4204" y="4716"/>
                    <a:pt x="4227" y="4740"/>
                    <a:pt x="4251" y="4740"/>
                  </a:cubicBezTo>
                  <a:lnTo>
                    <a:pt x="4394" y="4740"/>
                  </a:lnTo>
                  <a:cubicBezTo>
                    <a:pt x="4394" y="4740"/>
                    <a:pt x="4406" y="4740"/>
                    <a:pt x="4406" y="4716"/>
                  </a:cubicBezTo>
                  <a:lnTo>
                    <a:pt x="4454" y="4680"/>
                  </a:lnTo>
                  <a:cubicBezTo>
                    <a:pt x="4478" y="4644"/>
                    <a:pt x="4489" y="4621"/>
                    <a:pt x="4489" y="4585"/>
                  </a:cubicBezTo>
                  <a:cubicBezTo>
                    <a:pt x="4489" y="4561"/>
                    <a:pt x="4513" y="4525"/>
                    <a:pt x="4513" y="4513"/>
                  </a:cubicBezTo>
                  <a:cubicBezTo>
                    <a:pt x="4513" y="4501"/>
                    <a:pt x="4525" y="4478"/>
                    <a:pt x="4525" y="4466"/>
                  </a:cubicBezTo>
                  <a:cubicBezTo>
                    <a:pt x="4525" y="4454"/>
                    <a:pt x="4525" y="4442"/>
                    <a:pt x="4537" y="4418"/>
                  </a:cubicBezTo>
                  <a:cubicBezTo>
                    <a:pt x="4537" y="4406"/>
                    <a:pt x="4549" y="4382"/>
                    <a:pt x="4549" y="4359"/>
                  </a:cubicBezTo>
                  <a:lnTo>
                    <a:pt x="4549" y="4347"/>
                  </a:lnTo>
                  <a:cubicBezTo>
                    <a:pt x="4811" y="3609"/>
                    <a:pt x="5442" y="3049"/>
                    <a:pt x="6216" y="2894"/>
                  </a:cubicBezTo>
                  <a:lnTo>
                    <a:pt x="6240" y="2894"/>
                  </a:lnTo>
                  <a:cubicBezTo>
                    <a:pt x="6371" y="2858"/>
                    <a:pt x="6513" y="2847"/>
                    <a:pt x="6668" y="2847"/>
                  </a:cubicBezTo>
                  <a:lnTo>
                    <a:pt x="6799" y="2847"/>
                  </a:lnTo>
                  <a:cubicBezTo>
                    <a:pt x="7228" y="2870"/>
                    <a:pt x="7633" y="3013"/>
                    <a:pt x="7978" y="3263"/>
                  </a:cubicBezTo>
                  <a:cubicBezTo>
                    <a:pt x="8012" y="3287"/>
                    <a:pt x="8051" y="3300"/>
                    <a:pt x="8090" y="3300"/>
                  </a:cubicBezTo>
                  <a:cubicBezTo>
                    <a:pt x="8148" y="3300"/>
                    <a:pt x="8204" y="3272"/>
                    <a:pt x="8240" y="3216"/>
                  </a:cubicBezTo>
                  <a:cubicBezTo>
                    <a:pt x="8299" y="3132"/>
                    <a:pt x="8288" y="3013"/>
                    <a:pt x="8204" y="2954"/>
                  </a:cubicBezTo>
                  <a:cubicBezTo>
                    <a:pt x="7847" y="2680"/>
                    <a:pt x="7430" y="2513"/>
                    <a:pt x="6978" y="2477"/>
                  </a:cubicBezTo>
                  <a:cubicBezTo>
                    <a:pt x="6966" y="2311"/>
                    <a:pt x="6930" y="2132"/>
                    <a:pt x="6894" y="1977"/>
                  </a:cubicBezTo>
                  <a:cubicBezTo>
                    <a:pt x="6728" y="1418"/>
                    <a:pt x="6371" y="894"/>
                    <a:pt x="5894" y="537"/>
                  </a:cubicBezTo>
                  <a:cubicBezTo>
                    <a:pt x="5418" y="180"/>
                    <a:pt x="4847" y="1"/>
                    <a:pt x="4251" y="1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" name="Google Shape;8372;p60">
              <a:extLst>
                <a:ext uri="{FF2B5EF4-FFF2-40B4-BE49-F238E27FC236}">
                  <a16:creationId xmlns:a16="http://schemas.microsoft.com/office/drawing/2014/main" id="{F33460B0-B63B-B4A4-D74B-6BBEFB6AAF66}"/>
                </a:ext>
              </a:extLst>
            </p:cNvPr>
            <p:cNvSpPr/>
            <p:nvPr/>
          </p:nvSpPr>
          <p:spPr>
            <a:xfrm>
              <a:off x="1670026" y="3377672"/>
              <a:ext cx="104760" cy="175256"/>
            </a:xfrm>
            <a:custGeom>
              <a:avLst/>
              <a:gdLst/>
              <a:ahLst/>
              <a:cxnLst/>
              <a:rect l="l" t="t" r="r" b="b"/>
              <a:pathLst>
                <a:path w="3299" h="5519" extrusionOk="0">
                  <a:moveTo>
                    <a:pt x="210" y="0"/>
                  </a:moveTo>
                  <a:cubicBezTo>
                    <a:pt x="169" y="0"/>
                    <a:pt x="128" y="15"/>
                    <a:pt x="96" y="41"/>
                  </a:cubicBezTo>
                  <a:cubicBezTo>
                    <a:pt x="1" y="113"/>
                    <a:pt x="1" y="232"/>
                    <a:pt x="60" y="303"/>
                  </a:cubicBezTo>
                  <a:cubicBezTo>
                    <a:pt x="394" y="708"/>
                    <a:pt x="572" y="1196"/>
                    <a:pt x="572" y="1720"/>
                  </a:cubicBezTo>
                  <a:lnTo>
                    <a:pt x="572" y="1780"/>
                  </a:lnTo>
                  <a:lnTo>
                    <a:pt x="572" y="1791"/>
                  </a:lnTo>
                  <a:cubicBezTo>
                    <a:pt x="572" y="1851"/>
                    <a:pt x="596" y="1910"/>
                    <a:pt x="644" y="1958"/>
                  </a:cubicBezTo>
                  <a:cubicBezTo>
                    <a:pt x="676" y="1990"/>
                    <a:pt x="718" y="2000"/>
                    <a:pt x="760" y="2000"/>
                  </a:cubicBezTo>
                  <a:cubicBezTo>
                    <a:pt x="781" y="2000"/>
                    <a:pt x="803" y="1998"/>
                    <a:pt x="822" y="1994"/>
                  </a:cubicBezTo>
                  <a:cubicBezTo>
                    <a:pt x="977" y="1946"/>
                    <a:pt x="1132" y="1922"/>
                    <a:pt x="1299" y="1922"/>
                  </a:cubicBezTo>
                  <a:cubicBezTo>
                    <a:pt x="2192" y="1922"/>
                    <a:pt x="2906" y="2649"/>
                    <a:pt x="2906" y="3530"/>
                  </a:cubicBezTo>
                  <a:cubicBezTo>
                    <a:pt x="2906" y="4423"/>
                    <a:pt x="2180" y="5125"/>
                    <a:pt x="1299" y="5125"/>
                  </a:cubicBezTo>
                  <a:lnTo>
                    <a:pt x="1168" y="5125"/>
                  </a:lnTo>
                  <a:cubicBezTo>
                    <a:pt x="1061" y="5125"/>
                    <a:pt x="977" y="5220"/>
                    <a:pt x="977" y="5328"/>
                  </a:cubicBezTo>
                  <a:cubicBezTo>
                    <a:pt x="977" y="5423"/>
                    <a:pt x="1061" y="5518"/>
                    <a:pt x="1168" y="5518"/>
                  </a:cubicBezTo>
                  <a:lnTo>
                    <a:pt x="1299" y="5518"/>
                  </a:lnTo>
                  <a:cubicBezTo>
                    <a:pt x="2394" y="5518"/>
                    <a:pt x="3287" y="4625"/>
                    <a:pt x="3287" y="3518"/>
                  </a:cubicBezTo>
                  <a:cubicBezTo>
                    <a:pt x="3299" y="2422"/>
                    <a:pt x="2406" y="1529"/>
                    <a:pt x="1299" y="1529"/>
                  </a:cubicBezTo>
                  <a:cubicBezTo>
                    <a:pt x="1180" y="1529"/>
                    <a:pt x="1061" y="1541"/>
                    <a:pt x="942" y="1565"/>
                  </a:cubicBezTo>
                  <a:cubicBezTo>
                    <a:pt x="918" y="1029"/>
                    <a:pt x="703" y="494"/>
                    <a:pt x="358" y="77"/>
                  </a:cubicBezTo>
                  <a:cubicBezTo>
                    <a:pt x="318" y="24"/>
                    <a:pt x="263" y="0"/>
                    <a:pt x="210" y="0"/>
                  </a:cubicBezTo>
                  <a:close/>
                </a:path>
              </a:pathLst>
            </a:custGeom>
            <a:grpFill/>
            <a:ln>
              <a:solidFill>
                <a:srgbClr val="1C60A9"/>
              </a:solidFill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95" name="Google Shape;740;p54">
            <a:extLst>
              <a:ext uri="{FF2B5EF4-FFF2-40B4-BE49-F238E27FC236}">
                <a16:creationId xmlns:a16="http://schemas.microsoft.com/office/drawing/2014/main" id="{D8A7BBED-77B6-73CA-F211-FC4C9AE37A1A}"/>
              </a:ext>
            </a:extLst>
          </p:cNvPr>
          <p:cNvGrpSpPr/>
          <p:nvPr/>
        </p:nvGrpSpPr>
        <p:grpSpPr>
          <a:xfrm>
            <a:off x="5954388" y="3755997"/>
            <a:ext cx="1070469" cy="470200"/>
            <a:chOff x="4920150" y="1977875"/>
            <a:chExt cx="68525" cy="33800"/>
          </a:xfrm>
          <a:solidFill>
            <a:schemeClr val="bg1">
              <a:lumMod val="85000"/>
            </a:schemeClr>
          </a:solidFill>
        </p:grpSpPr>
        <p:sp>
          <p:nvSpPr>
            <p:cNvPr id="2096" name="Google Shape;741;p54">
              <a:extLst>
                <a:ext uri="{FF2B5EF4-FFF2-40B4-BE49-F238E27FC236}">
                  <a16:creationId xmlns:a16="http://schemas.microsoft.com/office/drawing/2014/main" id="{965B97C2-C815-DC0B-09E0-F09E52D6BB38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742;p54">
              <a:extLst>
                <a:ext uri="{FF2B5EF4-FFF2-40B4-BE49-F238E27FC236}">
                  <a16:creationId xmlns:a16="http://schemas.microsoft.com/office/drawing/2014/main" id="{0165B252-76ED-2683-B01A-FAB13336CC56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743;p54">
              <a:extLst>
                <a:ext uri="{FF2B5EF4-FFF2-40B4-BE49-F238E27FC236}">
                  <a16:creationId xmlns:a16="http://schemas.microsoft.com/office/drawing/2014/main" id="{FCB41427-B857-4FC2-A1D5-82E191BB7700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473828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6537E-A276-10BF-52D7-2BB755360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14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BBC216F9-8BED-390C-8BD7-B636F3A1FC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8811" y="1396128"/>
            <a:ext cx="8034377" cy="516388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994B5DDA-258F-E678-BE8A-28F06BB52FD2}"/>
                  </a:ext>
                </a:extLst>
              </p14:cNvPr>
              <p14:cNvContentPartPr/>
              <p14:nvPr/>
            </p14:nvContentPartPr>
            <p14:xfrm>
              <a:off x="8997828" y="2031695"/>
              <a:ext cx="810217" cy="719983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994B5DDA-258F-E678-BE8A-28F06BB52FD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943838" y="1923698"/>
                <a:ext cx="917838" cy="93561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83314EA-503A-4450-5277-82A76FBF16E9}"/>
                  </a:ext>
                </a:extLst>
              </p14:cNvPr>
              <p14:cNvContentPartPr/>
              <p14:nvPr/>
            </p14:nvContentPartPr>
            <p14:xfrm>
              <a:off x="8620389" y="2581663"/>
              <a:ext cx="257470" cy="205655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83314EA-503A-4450-5277-82A76FBF16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566374" y="2473424"/>
                <a:ext cx="365139" cy="42177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EE0D9867-9E6D-B074-FCD9-26FE975CC5B2}"/>
                  </a:ext>
                </a:extLst>
              </p14:cNvPr>
              <p14:cNvContentPartPr/>
              <p14:nvPr/>
            </p14:nvContentPartPr>
            <p14:xfrm>
              <a:off x="8331700" y="2351505"/>
              <a:ext cx="507000" cy="363413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EE0D9867-9E6D-B074-FCD9-26FE975CC5B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277687" y="2243454"/>
                <a:ext cx="614665" cy="5791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D60B3511-F544-678D-70B5-2601259DF5FA}"/>
                  </a:ext>
                </a:extLst>
              </p14:cNvPr>
              <p14:cNvContentPartPr/>
              <p14:nvPr/>
            </p14:nvContentPartPr>
            <p14:xfrm>
              <a:off x="7473089" y="2275827"/>
              <a:ext cx="626850" cy="467571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D60B3511-F544-678D-70B5-2601259DF5FA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419050" y="2167843"/>
                <a:ext cx="734567" cy="68317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6F6053F0-0099-A0BB-3DB8-5FD30FC9B32F}"/>
                  </a:ext>
                </a:extLst>
              </p14:cNvPr>
              <p14:cNvContentPartPr/>
              <p14:nvPr/>
            </p14:nvContentPartPr>
            <p14:xfrm>
              <a:off x="7234868" y="2153719"/>
              <a:ext cx="637059" cy="597959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6F6053F0-0099-A0BB-3DB8-5FD30FC9B32F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180880" y="2045719"/>
                <a:ext cx="744675" cy="8135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7764618A-C615-7F08-15D7-6B9475EACC78}"/>
                  </a:ext>
                </a:extLst>
              </p14:cNvPr>
              <p14:cNvContentPartPr/>
              <p14:nvPr/>
            </p14:nvContentPartPr>
            <p14:xfrm>
              <a:off x="5069709" y="2320996"/>
              <a:ext cx="527416" cy="498362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7764618A-C615-7F08-15D7-6B9475EACC7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015707" y="2212970"/>
                <a:ext cx="635059" cy="7140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E4F582A-1EFE-A082-3569-051796C9E454}"/>
                  </a:ext>
                </a:extLst>
              </p14:cNvPr>
              <p14:cNvContentPartPr/>
              <p14:nvPr/>
            </p14:nvContentPartPr>
            <p14:xfrm>
              <a:off x="4774508" y="2045123"/>
              <a:ext cx="716833" cy="697555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E4F582A-1EFE-A082-3569-051796C9E454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720503" y="1937087"/>
                <a:ext cx="824484" cy="913268"/>
              </a:xfrm>
              <a:prstGeom prst="rect">
                <a:avLst/>
              </a:prstGeom>
            </p:spPr>
          </p:pic>
        </mc:Fallback>
      </mc:AlternateContent>
      <p:sp>
        <p:nvSpPr>
          <p:cNvPr id="6" name="Title 5">
            <a:extLst>
              <a:ext uri="{FF2B5EF4-FFF2-40B4-BE49-F238E27FC236}">
                <a16:creationId xmlns:a16="http://schemas.microsoft.com/office/drawing/2014/main" id="{5C66BB43-F1BF-21FF-0C3D-7CEA2668F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630165-E8DE-7D55-47D0-47E7E7129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3</a:t>
            </a:fld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B776344B-2CA6-9729-FD77-B31B1605282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2" name="Graphic 11" descr="Line arrow: Counter-clockwise curve with solid fill">
            <a:extLst>
              <a:ext uri="{FF2B5EF4-FFF2-40B4-BE49-F238E27FC236}">
                <a16:creationId xmlns:a16="http://schemas.microsoft.com/office/drawing/2014/main" id="{B2EC6A4F-8BC4-146B-9DE6-F0DD733DCBB5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1841549" flipH="1">
            <a:off x="5399630" y="1283131"/>
            <a:ext cx="677030" cy="66188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59E811D5-AF4D-7CBF-A759-E4B63CC7179C}"/>
                  </a:ext>
                </a:extLst>
              </p14:cNvPr>
              <p14:cNvContentPartPr/>
              <p14:nvPr/>
            </p14:nvContentPartPr>
            <p14:xfrm>
              <a:off x="7956200" y="2244316"/>
              <a:ext cx="527416" cy="498362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59E811D5-AF4D-7CBF-A759-E4B63CC7179C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7902198" y="2136290"/>
                <a:ext cx="635059" cy="714055"/>
              </a:xfrm>
              <a:prstGeom prst="rect">
                <a:avLst/>
              </a:prstGeom>
            </p:spPr>
          </p:pic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AE5EEEC8-860E-8A4C-6F44-9EA6BF983B20}"/>
              </a:ext>
            </a:extLst>
          </p:cNvPr>
          <p:cNvSpPr txBox="1"/>
          <p:nvPr/>
        </p:nvSpPr>
        <p:spPr>
          <a:xfrm>
            <a:off x="5973703" y="1101924"/>
            <a:ext cx="2864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from given data</a:t>
            </a:r>
            <a:endParaRPr lang="en-GB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A0A9D4-FD17-6B41-4061-4995BD7AAD70}"/>
              </a:ext>
            </a:extLst>
          </p:cNvPr>
          <p:cNvSpPr txBox="1"/>
          <p:nvPr/>
        </p:nvSpPr>
        <p:spPr>
          <a:xfrm>
            <a:off x="10446964" y="1303877"/>
            <a:ext cx="28649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3">
                    <a:lumMod val="75000"/>
                  </a:schemeClr>
                </a:solidFill>
              </a:rPr>
              <a:t>new variables</a:t>
            </a:r>
            <a:endParaRPr lang="en-GB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28" name="Graphic 27" descr="Line arrow: Counter-clockwise curve with solid fill">
            <a:extLst>
              <a:ext uri="{FF2B5EF4-FFF2-40B4-BE49-F238E27FC236}">
                <a16:creationId xmlns:a16="http://schemas.microsoft.com/office/drawing/2014/main" id="{CE8F1840-EE9B-DEB0-120C-1D1DA448C1C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rot="2833819" flipH="1">
            <a:off x="9803306" y="1332003"/>
            <a:ext cx="677030" cy="661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3558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E431FE91-EA5E-08BE-4954-76A8F8806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variables – Option 2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E74611-7965-0D8E-93BB-6465D8837F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97251" y="2399781"/>
            <a:ext cx="4198861" cy="1995319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New variables from given data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Weekend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New Years Eve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AE5D-D67E-1CD8-3CF8-3B21CC860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4</a:t>
            </a:fld>
            <a:endParaRPr lang="de-DE"/>
          </a:p>
        </p:txBody>
      </p:sp>
      <p:sp>
        <p:nvSpPr>
          <p:cNvPr id="2" name="TextBox 4">
            <a:extLst>
              <a:ext uri="{FF2B5EF4-FFF2-40B4-BE49-F238E27FC236}">
                <a16:creationId xmlns:a16="http://schemas.microsoft.com/office/drawing/2014/main" id="{7284C433-A643-362B-43A1-BEE4815EE24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" name="Grafik 14" descr="Ein Bild, das Text, Screenshot, parallel, Reihe enthält.&#10;&#10;KI-generierte Inhalte können fehlerhaft sein.">
            <a:extLst>
              <a:ext uri="{FF2B5EF4-FFF2-40B4-BE49-F238E27FC236}">
                <a16:creationId xmlns:a16="http://schemas.microsoft.com/office/drawing/2014/main" id="{49768F3A-13E9-3C77-8EB2-623D9DE250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20" y="1594373"/>
            <a:ext cx="7608731" cy="489031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E03D4C1-FF55-741C-334D-D6A742813CB4}"/>
                  </a:ext>
                </a:extLst>
              </p14:cNvPr>
              <p14:cNvContentPartPr/>
              <p14:nvPr/>
            </p14:nvContentPartPr>
            <p14:xfrm>
              <a:off x="6624438" y="2169021"/>
              <a:ext cx="771480" cy="6818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E03D4C1-FF55-741C-334D-D6A742813CB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70438" y="2061021"/>
                <a:ext cx="879120" cy="897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E07C82C1-7633-7631-180A-E3A397B76B0D}"/>
                  </a:ext>
                </a:extLst>
              </p14:cNvPr>
              <p14:cNvContentPartPr/>
              <p14:nvPr/>
            </p14:nvContentPartPr>
            <p14:xfrm>
              <a:off x="6221598" y="2691741"/>
              <a:ext cx="245160" cy="194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E07C82C1-7633-7631-180A-E3A397B76B0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167598" y="2584101"/>
                <a:ext cx="352800" cy="41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9C3B3DDE-2E61-DD69-0723-B0CCEA6CAB75}"/>
                  </a:ext>
                </a:extLst>
              </p14:cNvPr>
              <p14:cNvContentPartPr/>
              <p14:nvPr/>
            </p14:nvContentPartPr>
            <p14:xfrm>
              <a:off x="5925678" y="2497701"/>
              <a:ext cx="482760" cy="3441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9C3B3DDE-2E61-DD69-0723-B0CCEA6CAB75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71678" y="2389701"/>
                <a:ext cx="590400" cy="55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C9A36FB-C097-9560-C468-E4E1D2733421}"/>
                  </a:ext>
                </a:extLst>
              </p14:cNvPr>
              <p14:cNvContentPartPr/>
              <p14:nvPr/>
            </p14:nvContentPartPr>
            <p14:xfrm>
              <a:off x="5163198" y="2399781"/>
              <a:ext cx="596880" cy="44280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C9A36FB-C097-9560-C468-E4E1D273342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109558" y="2292141"/>
                <a:ext cx="704520" cy="65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6B36CEC0-7F88-EF4E-D8BD-EFF1FE0CD099}"/>
                  </a:ext>
                </a:extLst>
              </p14:cNvPr>
              <p14:cNvContentPartPr/>
              <p14:nvPr/>
            </p14:nvContentPartPr>
            <p14:xfrm>
              <a:off x="4912278" y="2284581"/>
              <a:ext cx="606600" cy="5662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6B36CEC0-7F88-EF4E-D8BD-EFF1FE0CD099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858278" y="2176941"/>
                <a:ext cx="714240" cy="781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80FE12CB-39A0-E5EE-4756-3C102A2F5199}"/>
                  </a:ext>
                </a:extLst>
              </p14:cNvPr>
              <p14:cNvContentPartPr/>
              <p14:nvPr/>
            </p14:nvContentPartPr>
            <p14:xfrm>
              <a:off x="2670918" y="2446581"/>
              <a:ext cx="502200" cy="4719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80FE12CB-39A0-E5EE-4756-3C102A2F5199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2617278" y="2338941"/>
                <a:ext cx="609840" cy="68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09DFC49B-1F4D-D09A-E3EC-6728BEF20012}"/>
                  </a:ext>
                </a:extLst>
              </p14:cNvPr>
              <p14:cNvContentPartPr/>
              <p14:nvPr/>
            </p14:nvContentPartPr>
            <p14:xfrm>
              <a:off x="2375718" y="2181261"/>
              <a:ext cx="682560" cy="6606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09DFC49B-1F4D-D09A-E3EC-6728BEF2001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321718" y="2073621"/>
                <a:ext cx="790200" cy="876240"/>
              </a:xfrm>
              <a:prstGeom prst="rect">
                <a:avLst/>
              </a:prstGeom>
            </p:spPr>
          </p:pic>
        </mc:Fallback>
      </mc:AlternateContent>
      <p:sp>
        <p:nvSpPr>
          <p:cNvPr id="27" name="TextBox 26">
            <a:extLst>
              <a:ext uri="{FF2B5EF4-FFF2-40B4-BE49-F238E27FC236}">
                <a16:creationId xmlns:a16="http://schemas.microsoft.com/office/drawing/2014/main" id="{1549D66D-678F-9908-E9C8-EA88C5225543}"/>
              </a:ext>
            </a:extLst>
          </p:cNvPr>
          <p:cNvSpPr txBox="1"/>
          <p:nvPr/>
        </p:nvSpPr>
        <p:spPr>
          <a:xfrm>
            <a:off x="7802274" y="2403318"/>
            <a:ext cx="3890131" cy="3450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New variables from external data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School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Holidays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Voting Days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VPI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Precipitation</a:t>
            </a:r>
            <a:endParaRPr kumimoji="0" lang="de-DE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3004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220F1-980F-7A77-63B6-88238327B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 Bar charts for 1 variable for each category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C3C5-6EFD-1B97-9AAA-CF5B412BEAE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Working on it now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939D27-0C08-CFD5-F68C-DDF61C86C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1609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A4A2B-A563-8D25-F91D-B6DE7CF03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0C0CFE69-0BC5-10DD-F40C-9F5B47C9DB6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74329CC1-3E24-3DC9-0709-E6D9815CDA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05696"/>
            <a:ext cx="9298230" cy="5975305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8057835F-B58A-52D7-C8E6-AEE22F088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9515" y="1365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/>
              <a:t>Dealing with missing values</a:t>
            </a:r>
            <a:endParaRPr lang="en-GB" sz="36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F32F49-F7DC-0B5C-D84D-FF46B6A8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06536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F26B-EEDF-1BF1-8C15-F07959807F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2FA2429B-E532-AE85-3480-7E523B4796F2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F7EEF2A-24E4-134A-46AC-94E8AD3E4C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46885" y="666332"/>
            <a:ext cx="9298230" cy="585403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4E60219-8521-0713-2F56-D31622D06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7</a:t>
            </a:fld>
            <a:endParaRPr lang="de-DE"/>
          </a:p>
        </p:txBody>
      </p:sp>
      <p:sp>
        <p:nvSpPr>
          <p:cNvPr id="7" name="Title 5">
            <a:extLst>
              <a:ext uri="{FF2B5EF4-FFF2-40B4-BE49-F238E27FC236}">
                <a16:creationId xmlns:a16="http://schemas.microsoft.com/office/drawing/2014/main" id="{4BC40D21-5199-EE84-FCBB-876E1155AA80}"/>
              </a:ext>
            </a:extLst>
          </p:cNvPr>
          <p:cNvSpPr txBox="1">
            <a:spLocks/>
          </p:cNvSpPr>
          <p:nvPr/>
        </p:nvSpPr>
        <p:spPr>
          <a:xfrm>
            <a:off x="229515" y="136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/>
              <a:t>Dealing with missing values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007710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B9FEE-4B08-6D63-A4FF-795B22CCF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861558DA-2C5D-8E45-448B-CFFE926B267E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363918E8-E9CF-0F0E-2A7E-23840F8B10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6670" y="66555"/>
            <a:ext cx="9878660" cy="6486105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B44934-BC28-F8ED-5A8B-24681CB3F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18939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5A4B5-0372-3F67-AC94-F9B608C8F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4">
            <a:extLst>
              <a:ext uri="{FF2B5EF4-FFF2-40B4-BE49-F238E27FC236}">
                <a16:creationId xmlns:a16="http://schemas.microsoft.com/office/drawing/2014/main" id="{E7BCC090-C36A-89F7-6166-983AA319B98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D65F4FD0-79E5-DD61-39EE-6E078DDBB0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02"/>
          <a:stretch>
            <a:fillRect/>
          </a:stretch>
        </p:blipFill>
        <p:spPr>
          <a:xfrm>
            <a:off x="1925782" y="0"/>
            <a:ext cx="9357306" cy="6612217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39EA7D-2944-F8BB-0790-D8DDA37C5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9</a:t>
            </a:fld>
            <a:endParaRPr lang="de-DE"/>
          </a:p>
        </p:txBody>
      </p:sp>
      <p:sp>
        <p:nvSpPr>
          <p:cNvPr id="6" name="Left Brace 5">
            <a:extLst>
              <a:ext uri="{FF2B5EF4-FFF2-40B4-BE49-F238E27FC236}">
                <a16:creationId xmlns:a16="http://schemas.microsoft.com/office/drawing/2014/main" id="{5A58E2A5-3356-6A14-2858-DE769781C175}"/>
              </a:ext>
            </a:extLst>
          </p:cNvPr>
          <p:cNvSpPr/>
          <p:nvPr/>
        </p:nvSpPr>
        <p:spPr>
          <a:xfrm>
            <a:off x="1475507" y="1939634"/>
            <a:ext cx="378036" cy="2499893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D68E482B-25D3-BFFD-5058-9F8CCFD17552}"/>
              </a:ext>
            </a:extLst>
          </p:cNvPr>
          <p:cNvSpPr/>
          <p:nvPr/>
        </p:nvSpPr>
        <p:spPr>
          <a:xfrm>
            <a:off x="1544822" y="5618019"/>
            <a:ext cx="310248" cy="738331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2C5493EA-DEB7-819D-7281-6B735A768E18}"/>
              </a:ext>
            </a:extLst>
          </p:cNvPr>
          <p:cNvSpPr/>
          <p:nvPr/>
        </p:nvSpPr>
        <p:spPr>
          <a:xfrm>
            <a:off x="1543295" y="4558749"/>
            <a:ext cx="310248" cy="940048"/>
          </a:xfrm>
          <a:prstGeom prst="leftBrace">
            <a:avLst/>
          </a:prstGeom>
          <a:ln>
            <a:solidFill>
              <a:srgbClr val="1C60A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8049DF-BB52-0205-2974-D21A3E754FED}"/>
              </a:ext>
            </a:extLst>
          </p:cNvPr>
          <p:cNvSpPr txBox="1"/>
          <p:nvPr/>
        </p:nvSpPr>
        <p:spPr>
          <a:xfrm>
            <a:off x="497911" y="3004914"/>
            <a:ext cx="977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</a:t>
            </a:r>
            <a:endParaRPr lang="en-GB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F211579-C895-7DF8-1988-703A8AA4EBB0}"/>
              </a:ext>
            </a:extLst>
          </p:cNvPr>
          <p:cNvSpPr txBox="1"/>
          <p:nvPr/>
        </p:nvSpPr>
        <p:spPr>
          <a:xfrm>
            <a:off x="322253" y="4844107"/>
            <a:ext cx="1208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Validation</a:t>
            </a:r>
            <a:endParaRPr lang="en-GB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071FED-4548-AEA1-975F-4AB58A7DCE8B}"/>
              </a:ext>
            </a:extLst>
          </p:cNvPr>
          <p:cNvSpPr txBox="1"/>
          <p:nvPr/>
        </p:nvSpPr>
        <p:spPr>
          <a:xfrm>
            <a:off x="921084" y="5802518"/>
            <a:ext cx="6086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Test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F95B894-46ED-89DF-D13F-791365A0EE07}"/>
              </a:ext>
            </a:extLst>
          </p:cNvPr>
          <p:cNvSpPr txBox="1"/>
          <p:nvPr/>
        </p:nvSpPr>
        <p:spPr>
          <a:xfrm>
            <a:off x="57533" y="132318"/>
            <a:ext cx="17027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Full dataset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545286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AFECE9-6D9E-9E37-8E1A-D2A31B44E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6FC09F-B539-64E9-5BFB-2E19E12C3B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129" y="2057399"/>
            <a:ext cx="8813341" cy="2748605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10" name="Picture 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8BF8A03-866A-5220-CC7A-B17CC0387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6659" y="0"/>
            <a:ext cx="9671823" cy="6481981"/>
          </a:xfrm>
          <a:prstGeom prst="rect">
            <a:avLst/>
          </a:prstGeom>
        </p:spPr>
      </p:pic>
      <p:sp>
        <p:nvSpPr>
          <p:cNvPr id="3" name="TextBox 4">
            <a:extLst>
              <a:ext uri="{FF2B5EF4-FFF2-40B4-BE49-F238E27FC236}">
                <a16:creationId xmlns:a16="http://schemas.microsoft.com/office/drawing/2014/main" id="{AA969668-41C2-2371-36BB-952A209FC55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Model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Neural Net 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532A68-DF30-BC59-EC1F-A33CEECBE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6222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BD1E63-5B3F-2587-2ECC-07EE6B2AF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44F6CDAE-08BF-E64C-E50F-6340BA704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4484" y="0"/>
            <a:ext cx="11263031" cy="6858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5634A94-AF14-F23F-C63C-4A4C613B1048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79C6682-84CB-F038-85C4-D1C6DCB1F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94915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F9B6C-ADC8-1490-E36A-62E075121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2986ED7-7F81-65BF-4E62-4C08801FB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05" y="470780"/>
            <a:ext cx="11278789" cy="5639395"/>
          </a:xfrm>
          <a:prstGeom prst="rect">
            <a:avLst/>
          </a:prstGeom>
        </p:spPr>
      </p:pic>
      <p:sp>
        <p:nvSpPr>
          <p:cNvPr id="7" name="TextBox 4">
            <a:extLst>
              <a:ext uri="{FF2B5EF4-FFF2-40B4-BE49-F238E27FC236}">
                <a16:creationId xmlns:a16="http://schemas.microsoft.com/office/drawing/2014/main" id="{53BAA4C1-94F1-F42B-C394-4865B7E235D6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A0711C-F0D9-1923-8FB4-A707908C1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87054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050B-A8AD-D44C-BDB5-DAEF07483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00947-4782-3164-3F43-60FB01F5A96C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EA9C2870-49A5-522B-CF9B-96A71E25A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839"/>
          <a:stretch>
            <a:fillRect/>
          </a:stretch>
        </p:blipFill>
        <p:spPr>
          <a:xfrm>
            <a:off x="389487" y="-3886"/>
            <a:ext cx="11413025" cy="6584887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2679775-37E7-FC6D-85B4-1280FF07D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02755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2FF10-0B82-01EB-A019-DEB90DCFC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EA4ED14-29E3-5C36-80A2-23319535962A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Neural Net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Grafik 2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760DB1F9-1757-7989-082A-781614D70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56"/>
          <a:stretch>
            <a:fillRect/>
          </a:stretch>
        </p:blipFill>
        <p:spPr>
          <a:xfrm>
            <a:off x="250257" y="0"/>
            <a:ext cx="11691486" cy="6581001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5ADBEA1-31EF-4EE4-0BB8-AD1312F0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119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>
            <a:alpha val="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07184-045D-5BD1-0E31-4047B75F7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F0A034E7-CA71-E98C-AD52-B30D331867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3948" y="0"/>
            <a:ext cx="11210371" cy="6861838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27971549-C282-0F3B-E751-188C3029DF94}"/>
              </a:ext>
            </a:extLst>
          </p:cNvPr>
          <p:cNvSpPr txBox="1"/>
          <p:nvPr/>
        </p:nvSpPr>
        <p:spPr>
          <a:xfrm>
            <a:off x="3524719" y="6581001"/>
            <a:ext cx="5142562" cy="276999"/>
          </a:xfrm>
          <a:prstGeom prst="rect">
            <a:avLst/>
          </a:prstGeom>
          <a:solidFill>
            <a:schemeClr val="bg1"/>
          </a:solidFill>
          <a:ln w="12700">
            <a:solidFill>
              <a:srgbClr val="7030A0"/>
            </a:solidFill>
          </a:ln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>
                    <a:lumMod val="75000"/>
                  </a:schemeClr>
                </a:solidFill>
              </a:rPr>
              <a:t>Dataset Characteristics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Baseline Model – </a:t>
            </a:r>
            <a:r>
              <a:rPr lang="en-GB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Neural Net </a:t>
            </a:r>
            <a:r>
              <a:rPr lang="en-GB" sz="1200" dirty="0">
                <a:solidFill>
                  <a:schemeClr val="bg1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– Results – Challenges </a:t>
            </a:r>
            <a:endParaRPr lang="de-DE" sz="12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023DCC-0A33-6888-F9D2-759E98294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13216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3238F-1ACA-C1E0-44A5-4EB3923A2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for the 0.18081 model in Kaggle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5AB4C-65C2-DA76-D1CE-89CCEC02A3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Add the Features I used</a:t>
            </a:r>
          </a:p>
          <a:p>
            <a:r>
              <a:rPr lang="en-US" dirty="0"/>
              <a:t>Model</a:t>
            </a:r>
          </a:p>
          <a:p>
            <a:r>
              <a:rPr lang="en-US" dirty="0" err="1"/>
              <a:t>Hyperparams</a:t>
            </a:r>
            <a:endParaRPr lang="en-US" dirty="0"/>
          </a:p>
          <a:p>
            <a:r>
              <a:rPr lang="en-US" dirty="0"/>
              <a:t>Loss plot </a:t>
            </a:r>
          </a:p>
          <a:p>
            <a:r>
              <a:rPr lang="en-US" dirty="0"/>
              <a:t>MAPEs per prod group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446D31-CD88-7EF2-2905-04B3365173E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904265-9121-893C-C8DF-6C777767E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47549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F6418-DACC-03E6-70E9-910D5564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6724B-10E4-4F2B-608F-1474C2F849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10023389" cy="4351338"/>
          </a:xfrm>
        </p:spPr>
        <p:txBody>
          <a:bodyPr/>
          <a:lstStyle/>
          <a:p>
            <a:r>
              <a:rPr lang="en-US" dirty="0"/>
              <a:t>Select features</a:t>
            </a:r>
            <a:r>
              <a:rPr lang="en-GB" dirty="0"/>
              <a:t> &amp; Overfitting</a:t>
            </a:r>
          </a:p>
          <a:p>
            <a:endParaRPr lang="en-GB" dirty="0"/>
          </a:p>
          <a:p>
            <a:r>
              <a:rPr lang="en-GB" dirty="0"/>
              <a:t>To Predict Group 5+ 6</a:t>
            </a:r>
          </a:p>
          <a:p>
            <a:endParaRPr lang="en-GB" dirty="0"/>
          </a:p>
          <a:p>
            <a:r>
              <a:rPr lang="en-GB" dirty="0"/>
              <a:t>Biggest Improvement &gt; (maybe to remove variables that caused overfitting)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B1F11F-D0B4-0880-8C7A-A219022B3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E63D0E-FFEF-43D1-BE35-64C33AF422FD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94355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1127</TotalTime>
  <Words>528</Words>
  <Application>Microsoft Office PowerPoint</Application>
  <PresentationFormat>Widescreen</PresentationFormat>
  <Paragraphs>89</Paragraphs>
  <Slides>17</Slides>
  <Notes>9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Office Theme</vt:lpstr>
      <vt:lpstr>Bakery Sales Prediction</vt:lpstr>
      <vt:lpstr>Goal: to predict sales for six bakery product categories</vt:lpstr>
      <vt:lpstr>Additional variables</vt:lpstr>
      <vt:lpstr>Additional variables – Option 2</vt:lpstr>
      <vt:lpstr>2 Bar charts for 1 variable for each category</vt:lpstr>
      <vt:lpstr>Dealing with missing values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Slide for the 0.18081 model in Kaggle</vt:lpstr>
      <vt:lpstr>Challenges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Anton Roefer</dc:creator>
  <cp:lastModifiedBy>Georgia Avgerinou</cp:lastModifiedBy>
  <cp:revision>5</cp:revision>
  <dcterms:created xsi:type="dcterms:W3CDTF">2025-06-28T09:13:20Z</dcterms:created>
  <dcterms:modified xsi:type="dcterms:W3CDTF">2025-07-02T08:33:30Z</dcterms:modified>
</cp:coreProperties>
</file>